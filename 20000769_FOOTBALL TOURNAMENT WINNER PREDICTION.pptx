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sldIdLst>
    <p:sldId id="256" r:id="rId2"/>
    <p:sldId id="257" r:id="rId3"/>
    <p:sldId id="258" r:id="rId4"/>
    <p:sldId id="259" r:id="rId5"/>
    <p:sldId id="265" r:id="rId6"/>
    <p:sldId id="266" r:id="rId7"/>
    <p:sldId id="267" r:id="rId8"/>
    <p:sldId id="268" r:id="rId9"/>
    <p:sldId id="269" r:id="rId10"/>
    <p:sldId id="270" r:id="rId11"/>
    <p:sldId id="271" r:id="rId12"/>
    <p:sldId id="260" r:id="rId13"/>
    <p:sldId id="262" r:id="rId14"/>
    <p:sldId id="26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D63303-ABCB-4354-A5EC-F7D7C5F0D4CE}" v="29" dt="2024-05-29T09:35:17.0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AL BHOITE" userId="20e8d2bd6b13554f" providerId="LiveId" clId="{ECD63303-ABCB-4354-A5EC-F7D7C5F0D4CE}"/>
    <pc:docChg chg="undo custSel addSld delSld modSld modMainMaster">
      <pc:chgData name="KUNAL BHOITE" userId="20e8d2bd6b13554f" providerId="LiveId" clId="{ECD63303-ABCB-4354-A5EC-F7D7C5F0D4CE}" dt="2024-05-29T17:14:38.649" v="1038" actId="5793"/>
      <pc:docMkLst>
        <pc:docMk/>
      </pc:docMkLst>
      <pc:sldChg chg="addSp modSp mod modTransition">
        <pc:chgData name="KUNAL BHOITE" userId="20e8d2bd6b13554f" providerId="LiveId" clId="{ECD63303-ABCB-4354-A5EC-F7D7C5F0D4CE}" dt="2024-05-29T11:14:14.535" v="855" actId="113"/>
        <pc:sldMkLst>
          <pc:docMk/>
          <pc:sldMk cId="3681170010" sldId="256"/>
        </pc:sldMkLst>
        <pc:spChg chg="mod">
          <ac:chgData name="KUNAL BHOITE" userId="20e8d2bd6b13554f" providerId="LiveId" clId="{ECD63303-ABCB-4354-A5EC-F7D7C5F0D4CE}" dt="2024-05-29T11:14:14.535" v="855" actId="113"/>
          <ac:spMkLst>
            <pc:docMk/>
            <pc:sldMk cId="3681170010" sldId="256"/>
            <ac:spMk id="3" creationId="{52E5BE82-A06B-82D7-2CDF-353F262071E1}"/>
          </ac:spMkLst>
        </pc:spChg>
        <pc:spChg chg="add mod">
          <ac:chgData name="KUNAL BHOITE" userId="20e8d2bd6b13554f" providerId="LiveId" clId="{ECD63303-ABCB-4354-A5EC-F7D7C5F0D4CE}" dt="2024-05-19T23:52:52.007" v="2" actId="931"/>
          <ac:spMkLst>
            <pc:docMk/>
            <pc:sldMk cId="3681170010" sldId="256"/>
            <ac:spMk id="9" creationId="{0DB76515-0772-BE94-3BA2-77356ED6E6B4}"/>
          </ac:spMkLst>
        </pc:spChg>
        <pc:picChg chg="mod">
          <ac:chgData name="KUNAL BHOITE" userId="20e8d2bd6b13554f" providerId="LiveId" clId="{ECD63303-ABCB-4354-A5EC-F7D7C5F0D4CE}" dt="2024-05-19T23:52:12.937" v="0" actId="1076"/>
          <ac:picMkLst>
            <pc:docMk/>
            <pc:sldMk cId="3681170010" sldId="256"/>
            <ac:picMk id="4" creationId="{077B5546-647A-D29A-8B78-6F73B99C136C}"/>
          </ac:picMkLst>
        </pc:picChg>
        <pc:picChg chg="add mod">
          <ac:chgData name="KUNAL BHOITE" userId="20e8d2bd6b13554f" providerId="LiveId" clId="{ECD63303-ABCB-4354-A5EC-F7D7C5F0D4CE}" dt="2024-05-19T23:52:48.716" v="1" actId="931"/>
          <ac:picMkLst>
            <pc:docMk/>
            <pc:sldMk cId="3681170010" sldId="256"/>
            <ac:picMk id="6" creationId="{A4BA30C1-7448-F328-A444-4EC8331B91CD}"/>
          </ac:picMkLst>
        </pc:picChg>
        <pc:picChg chg="add mod">
          <ac:chgData name="KUNAL BHOITE" userId="20e8d2bd6b13554f" providerId="LiveId" clId="{ECD63303-ABCB-4354-A5EC-F7D7C5F0D4CE}" dt="2024-05-19T23:52:48.716" v="1" actId="931"/>
          <ac:picMkLst>
            <pc:docMk/>
            <pc:sldMk cId="3681170010" sldId="256"/>
            <ac:picMk id="8" creationId="{6825A1CF-72EB-24A4-A9C8-0A47225C1B5C}"/>
          </ac:picMkLst>
        </pc:picChg>
      </pc:sldChg>
      <pc:sldChg chg="addSp modSp mod modTransition">
        <pc:chgData name="KUNAL BHOITE" userId="20e8d2bd6b13554f" providerId="LiveId" clId="{ECD63303-ABCB-4354-A5EC-F7D7C5F0D4CE}" dt="2024-05-29T11:14:32.571" v="857" actId="1076"/>
        <pc:sldMkLst>
          <pc:docMk/>
          <pc:sldMk cId="4080173016" sldId="257"/>
        </pc:sldMkLst>
        <pc:spChg chg="mod">
          <ac:chgData name="KUNAL BHOITE" userId="20e8d2bd6b13554f" providerId="LiveId" clId="{ECD63303-ABCB-4354-A5EC-F7D7C5F0D4CE}" dt="2024-05-20T00:00:05.764" v="64" actId="113"/>
          <ac:spMkLst>
            <pc:docMk/>
            <pc:sldMk cId="4080173016" sldId="257"/>
            <ac:spMk id="2" creationId="{D2391546-5766-4D1A-7FCA-09968ED4E56B}"/>
          </ac:spMkLst>
        </pc:spChg>
        <pc:spChg chg="mod">
          <ac:chgData name="KUNAL BHOITE" userId="20e8d2bd6b13554f" providerId="LiveId" clId="{ECD63303-ABCB-4354-A5EC-F7D7C5F0D4CE}" dt="2024-05-19T23:54:33.919" v="9" actId="255"/>
          <ac:spMkLst>
            <pc:docMk/>
            <pc:sldMk cId="4080173016" sldId="257"/>
            <ac:spMk id="3" creationId="{29E28143-289D-0927-0944-9EDA8CCF57A6}"/>
          </ac:spMkLst>
        </pc:spChg>
        <pc:spChg chg="add mod">
          <ac:chgData name="KUNAL BHOITE" userId="20e8d2bd6b13554f" providerId="LiveId" clId="{ECD63303-ABCB-4354-A5EC-F7D7C5F0D4CE}" dt="2024-05-20T01:16:58.781" v="184" actId="20577"/>
          <ac:spMkLst>
            <pc:docMk/>
            <pc:sldMk cId="4080173016" sldId="257"/>
            <ac:spMk id="6" creationId="{CF01C69B-DC44-3091-0A10-91727CFFA7C9}"/>
          </ac:spMkLst>
        </pc:spChg>
        <pc:picChg chg="add mod">
          <ac:chgData name="KUNAL BHOITE" userId="20e8d2bd6b13554f" providerId="LiveId" clId="{ECD63303-ABCB-4354-A5EC-F7D7C5F0D4CE}" dt="2024-05-29T11:14:32.571" v="857" actId="1076"/>
          <ac:picMkLst>
            <pc:docMk/>
            <pc:sldMk cId="4080173016" sldId="257"/>
            <ac:picMk id="5" creationId="{0DDCEAAD-D31F-12FF-EB71-27A9808156B3}"/>
          </ac:picMkLst>
        </pc:picChg>
      </pc:sldChg>
      <pc:sldChg chg="addSp delSp modSp mod modTransition">
        <pc:chgData name="KUNAL BHOITE" userId="20e8d2bd6b13554f" providerId="LiveId" clId="{ECD63303-ABCB-4354-A5EC-F7D7C5F0D4CE}" dt="2024-05-20T00:10:35.014" v="134"/>
        <pc:sldMkLst>
          <pc:docMk/>
          <pc:sldMk cId="1488295654" sldId="258"/>
        </pc:sldMkLst>
        <pc:spChg chg="mod">
          <ac:chgData name="KUNAL BHOITE" userId="20e8d2bd6b13554f" providerId="LiveId" clId="{ECD63303-ABCB-4354-A5EC-F7D7C5F0D4CE}" dt="2024-05-20T00:00:24.429" v="65" actId="108"/>
          <ac:spMkLst>
            <pc:docMk/>
            <pc:sldMk cId="1488295654" sldId="258"/>
            <ac:spMk id="2" creationId="{8820B664-6005-4EFD-21C8-196E230452D4}"/>
          </ac:spMkLst>
        </pc:spChg>
        <pc:spChg chg="mod">
          <ac:chgData name="KUNAL BHOITE" userId="20e8d2bd6b13554f" providerId="LiveId" clId="{ECD63303-ABCB-4354-A5EC-F7D7C5F0D4CE}" dt="2024-05-20T00:03:10.758" v="93" actId="12"/>
          <ac:spMkLst>
            <pc:docMk/>
            <pc:sldMk cId="1488295654" sldId="258"/>
            <ac:spMk id="3" creationId="{0D5447A2-C442-FA76-A121-A5BE835841C8}"/>
          </ac:spMkLst>
        </pc:spChg>
        <pc:spChg chg="add mod">
          <ac:chgData name="KUNAL BHOITE" userId="20e8d2bd6b13554f" providerId="LiveId" clId="{ECD63303-ABCB-4354-A5EC-F7D7C5F0D4CE}" dt="2024-05-19T23:57:29.842" v="38" actId="931"/>
          <ac:spMkLst>
            <pc:docMk/>
            <pc:sldMk cId="1488295654" sldId="258"/>
            <ac:spMk id="6" creationId="{FC54C753-9F39-1B07-E358-5815B0658FFD}"/>
          </ac:spMkLst>
        </pc:spChg>
        <pc:spChg chg="add del mod">
          <ac:chgData name="KUNAL BHOITE" userId="20e8d2bd6b13554f" providerId="LiveId" clId="{ECD63303-ABCB-4354-A5EC-F7D7C5F0D4CE}" dt="2024-05-19T23:59:13.521" v="49"/>
          <ac:spMkLst>
            <pc:docMk/>
            <pc:sldMk cId="1488295654" sldId="258"/>
            <ac:spMk id="9" creationId="{03A15E05-B443-049E-7F70-5CD539426001}"/>
          </ac:spMkLst>
        </pc:spChg>
        <pc:spChg chg="add del mod">
          <ac:chgData name="KUNAL BHOITE" userId="20e8d2bd6b13554f" providerId="LiveId" clId="{ECD63303-ABCB-4354-A5EC-F7D7C5F0D4CE}" dt="2024-05-20T00:02:29.695" v="87"/>
          <ac:spMkLst>
            <pc:docMk/>
            <pc:sldMk cId="1488295654" sldId="258"/>
            <ac:spMk id="11" creationId="{A8298674-73FA-D325-6E23-0D4FE3D8A6C8}"/>
          </ac:spMkLst>
        </pc:spChg>
        <pc:picChg chg="add mod">
          <ac:chgData name="KUNAL BHOITE" userId="20e8d2bd6b13554f" providerId="LiveId" clId="{ECD63303-ABCB-4354-A5EC-F7D7C5F0D4CE}" dt="2024-05-19T23:57:29.295" v="37" actId="14100"/>
          <ac:picMkLst>
            <pc:docMk/>
            <pc:sldMk cId="1488295654" sldId="258"/>
            <ac:picMk id="5" creationId="{3328FDB2-A06B-E4DD-0FCB-D10DFCA0252E}"/>
          </ac:picMkLst>
        </pc:picChg>
        <pc:picChg chg="add del mod">
          <ac:chgData name="KUNAL BHOITE" userId="20e8d2bd6b13554f" providerId="LiveId" clId="{ECD63303-ABCB-4354-A5EC-F7D7C5F0D4CE}" dt="2024-05-19T23:59:13.521" v="47" actId="478"/>
          <ac:picMkLst>
            <pc:docMk/>
            <pc:sldMk cId="1488295654" sldId="258"/>
            <ac:picMk id="8" creationId="{20EFF764-7797-867C-DADC-A3F5DEE281BE}"/>
          </ac:picMkLst>
        </pc:picChg>
        <pc:picChg chg="add del mod">
          <ac:chgData name="KUNAL BHOITE" userId="20e8d2bd6b13554f" providerId="LiveId" clId="{ECD63303-ABCB-4354-A5EC-F7D7C5F0D4CE}" dt="2024-05-20T00:02:44.642" v="90" actId="478"/>
          <ac:picMkLst>
            <pc:docMk/>
            <pc:sldMk cId="1488295654" sldId="258"/>
            <ac:picMk id="10" creationId="{5F728663-2E5E-3256-9699-183EDD37247F}"/>
          </ac:picMkLst>
        </pc:picChg>
      </pc:sldChg>
      <pc:sldChg chg="addSp delSp modSp mod modTransition">
        <pc:chgData name="KUNAL BHOITE" userId="20e8d2bd6b13554f" providerId="LiveId" clId="{ECD63303-ABCB-4354-A5EC-F7D7C5F0D4CE}" dt="2024-05-20T00:10:35.014" v="134"/>
        <pc:sldMkLst>
          <pc:docMk/>
          <pc:sldMk cId="1722292381" sldId="259"/>
        </pc:sldMkLst>
        <pc:spChg chg="mod">
          <ac:chgData name="KUNAL BHOITE" userId="20e8d2bd6b13554f" providerId="LiveId" clId="{ECD63303-ABCB-4354-A5EC-F7D7C5F0D4CE}" dt="2024-05-20T00:00:48.084" v="67" actId="108"/>
          <ac:spMkLst>
            <pc:docMk/>
            <pc:sldMk cId="1722292381" sldId="259"/>
            <ac:spMk id="2" creationId="{7140D424-CEAB-4139-ACC2-FD48B73BFE2F}"/>
          </ac:spMkLst>
        </pc:spChg>
        <pc:spChg chg="add del mod">
          <ac:chgData name="KUNAL BHOITE" userId="20e8d2bd6b13554f" providerId="LiveId" clId="{ECD63303-ABCB-4354-A5EC-F7D7C5F0D4CE}" dt="2024-05-20T00:00:53.263" v="68" actId="478"/>
          <ac:spMkLst>
            <pc:docMk/>
            <pc:sldMk cId="1722292381" sldId="259"/>
            <ac:spMk id="11" creationId="{6B31F5AD-2DE5-D1FA-F5F6-229903E68F99}"/>
          </ac:spMkLst>
        </pc:spChg>
        <pc:picChg chg="mod">
          <ac:chgData name="KUNAL BHOITE" userId="20e8d2bd6b13554f" providerId="LiveId" clId="{ECD63303-ABCB-4354-A5EC-F7D7C5F0D4CE}" dt="2024-05-20T00:00:59.367" v="69" actId="1076"/>
          <ac:picMkLst>
            <pc:docMk/>
            <pc:sldMk cId="1722292381" sldId="259"/>
            <ac:picMk id="5" creationId="{94E95ADE-0E5F-DA5C-502A-20863965B9EA}"/>
          </ac:picMkLst>
        </pc:picChg>
        <pc:picChg chg="add del mod">
          <ac:chgData name="KUNAL BHOITE" userId="20e8d2bd6b13554f" providerId="LiveId" clId="{ECD63303-ABCB-4354-A5EC-F7D7C5F0D4CE}" dt="2024-05-20T00:00:53.263" v="68" actId="478"/>
          <ac:picMkLst>
            <pc:docMk/>
            <pc:sldMk cId="1722292381" sldId="259"/>
            <ac:picMk id="10" creationId="{2D77ED16-9710-373B-88B5-E466F6AD1709}"/>
          </ac:picMkLst>
        </pc:picChg>
      </pc:sldChg>
      <pc:sldChg chg="modSp mod modTransition">
        <pc:chgData name="KUNAL BHOITE" userId="20e8d2bd6b13554f" providerId="LiveId" clId="{ECD63303-ABCB-4354-A5EC-F7D7C5F0D4CE}" dt="2024-05-20T00:10:35.014" v="134"/>
        <pc:sldMkLst>
          <pc:docMk/>
          <pc:sldMk cId="3881938998" sldId="260"/>
        </pc:sldMkLst>
        <pc:spChg chg="mod">
          <ac:chgData name="KUNAL BHOITE" userId="20e8d2bd6b13554f" providerId="LiveId" clId="{ECD63303-ABCB-4354-A5EC-F7D7C5F0D4CE}" dt="2024-05-20T00:03:42.571" v="95" actId="255"/>
          <ac:spMkLst>
            <pc:docMk/>
            <pc:sldMk cId="3881938998" sldId="260"/>
            <ac:spMk id="2" creationId="{1185AF32-ACD7-A697-63F4-147783715949}"/>
          </ac:spMkLst>
        </pc:spChg>
        <pc:spChg chg="mod">
          <ac:chgData name="KUNAL BHOITE" userId="20e8d2bd6b13554f" providerId="LiveId" clId="{ECD63303-ABCB-4354-A5EC-F7D7C5F0D4CE}" dt="2024-05-20T00:06:43.875" v="115" actId="5793"/>
          <ac:spMkLst>
            <pc:docMk/>
            <pc:sldMk cId="3881938998" sldId="260"/>
            <ac:spMk id="23" creationId="{0E053031-A261-12BE-23FE-CE8AB9FF7B51}"/>
          </ac:spMkLst>
        </pc:spChg>
      </pc:sldChg>
      <pc:sldChg chg="modSp mod modTransition">
        <pc:chgData name="KUNAL BHOITE" userId="20e8d2bd6b13554f" providerId="LiveId" clId="{ECD63303-ABCB-4354-A5EC-F7D7C5F0D4CE}" dt="2024-05-20T00:10:35.014" v="134"/>
        <pc:sldMkLst>
          <pc:docMk/>
          <pc:sldMk cId="488855979" sldId="262"/>
        </pc:sldMkLst>
        <pc:spChg chg="mod">
          <ac:chgData name="KUNAL BHOITE" userId="20e8d2bd6b13554f" providerId="LiveId" clId="{ECD63303-ABCB-4354-A5EC-F7D7C5F0D4CE}" dt="2024-05-20T00:04:02.682" v="97" actId="255"/>
          <ac:spMkLst>
            <pc:docMk/>
            <pc:sldMk cId="488855979" sldId="262"/>
            <ac:spMk id="2" creationId="{4820D75B-2C88-6EE0-9E88-AE9F7297199D}"/>
          </ac:spMkLst>
        </pc:spChg>
        <pc:spChg chg="mod">
          <ac:chgData name="KUNAL BHOITE" userId="20e8d2bd6b13554f" providerId="LiveId" clId="{ECD63303-ABCB-4354-A5EC-F7D7C5F0D4CE}" dt="2024-05-20T00:04:12.403" v="99" actId="1076"/>
          <ac:spMkLst>
            <pc:docMk/>
            <pc:sldMk cId="488855979" sldId="262"/>
            <ac:spMk id="4" creationId="{3355FAD1-0CCC-852B-FBDE-EE26B782246B}"/>
          </ac:spMkLst>
        </pc:spChg>
        <pc:picChg chg="mod">
          <ac:chgData name="KUNAL BHOITE" userId="20e8d2bd6b13554f" providerId="LiveId" clId="{ECD63303-ABCB-4354-A5EC-F7D7C5F0D4CE}" dt="2024-05-20T00:04:08.845" v="98" actId="1076"/>
          <ac:picMkLst>
            <pc:docMk/>
            <pc:sldMk cId="488855979" sldId="262"/>
            <ac:picMk id="3" creationId="{A0FBA83E-0714-5F92-062E-9D1893B68052}"/>
          </ac:picMkLst>
        </pc:picChg>
      </pc:sldChg>
      <pc:sldChg chg="modSp mod modTransition">
        <pc:chgData name="KUNAL BHOITE" userId="20e8d2bd6b13554f" providerId="LiveId" clId="{ECD63303-ABCB-4354-A5EC-F7D7C5F0D4CE}" dt="2024-05-20T00:10:35.014" v="134"/>
        <pc:sldMkLst>
          <pc:docMk/>
          <pc:sldMk cId="1535150034" sldId="263"/>
        </pc:sldMkLst>
        <pc:spChg chg="mod">
          <ac:chgData name="KUNAL BHOITE" userId="20e8d2bd6b13554f" providerId="LiveId" clId="{ECD63303-ABCB-4354-A5EC-F7D7C5F0D4CE}" dt="2024-05-20T00:04:37.535" v="100" actId="3062"/>
          <ac:spMkLst>
            <pc:docMk/>
            <pc:sldMk cId="1535150034" sldId="263"/>
            <ac:spMk id="2" creationId="{4820D75B-2C88-6EE0-9E88-AE9F7297199D}"/>
          </ac:spMkLst>
        </pc:spChg>
        <pc:spChg chg="mod">
          <ac:chgData name="KUNAL BHOITE" userId="20e8d2bd6b13554f" providerId="LiveId" clId="{ECD63303-ABCB-4354-A5EC-F7D7C5F0D4CE}" dt="2024-05-20T00:04:40.441" v="101" actId="1076"/>
          <ac:spMkLst>
            <pc:docMk/>
            <pc:sldMk cId="1535150034" sldId="263"/>
            <ac:spMk id="4" creationId="{3355FAD1-0CCC-852B-FBDE-EE26B782246B}"/>
          </ac:spMkLst>
        </pc:spChg>
        <pc:spChg chg="mod">
          <ac:chgData name="KUNAL BHOITE" userId="20e8d2bd6b13554f" providerId="LiveId" clId="{ECD63303-ABCB-4354-A5EC-F7D7C5F0D4CE}" dt="2024-05-20T00:04:46.173" v="103" actId="1076"/>
          <ac:spMkLst>
            <pc:docMk/>
            <pc:sldMk cId="1535150034" sldId="263"/>
            <ac:spMk id="7" creationId="{A6B85CE3-2F60-2D74-29D9-175D52D4BA5D}"/>
          </ac:spMkLst>
        </pc:spChg>
      </pc:sldChg>
      <pc:sldChg chg="modTransition">
        <pc:chgData name="KUNAL BHOITE" userId="20e8d2bd6b13554f" providerId="LiveId" clId="{ECD63303-ABCB-4354-A5EC-F7D7C5F0D4CE}" dt="2024-05-20T00:10:35.014" v="134"/>
        <pc:sldMkLst>
          <pc:docMk/>
          <pc:sldMk cId="2023194725" sldId="264"/>
        </pc:sldMkLst>
      </pc:sldChg>
      <pc:sldChg chg="addSp modSp new mod">
        <pc:chgData name="KUNAL BHOITE" userId="20e8d2bd6b13554f" providerId="LiveId" clId="{ECD63303-ABCB-4354-A5EC-F7D7C5F0D4CE}" dt="2024-05-29T09:37:14.157" v="511" actId="20577"/>
        <pc:sldMkLst>
          <pc:docMk/>
          <pc:sldMk cId="1675259389" sldId="265"/>
        </pc:sldMkLst>
        <pc:spChg chg="mod">
          <ac:chgData name="KUNAL BHOITE" userId="20e8d2bd6b13554f" providerId="LiveId" clId="{ECD63303-ABCB-4354-A5EC-F7D7C5F0D4CE}" dt="2024-05-29T09:35:03.498" v="488" actId="14100"/>
          <ac:spMkLst>
            <pc:docMk/>
            <pc:sldMk cId="1675259389" sldId="265"/>
            <ac:spMk id="2" creationId="{B5699994-36AF-6007-2847-8F91BDE8D224}"/>
          </ac:spMkLst>
        </pc:spChg>
        <pc:spChg chg="mod">
          <ac:chgData name="KUNAL BHOITE" userId="20e8d2bd6b13554f" providerId="LiveId" clId="{ECD63303-ABCB-4354-A5EC-F7D7C5F0D4CE}" dt="2024-05-29T09:35:41.991" v="494" actId="123"/>
          <ac:spMkLst>
            <pc:docMk/>
            <pc:sldMk cId="1675259389" sldId="265"/>
            <ac:spMk id="3" creationId="{E9F5E5B6-E052-946E-CC88-79102B1AA475}"/>
          </ac:spMkLst>
        </pc:spChg>
        <pc:spChg chg="add mod">
          <ac:chgData name="KUNAL BHOITE" userId="20e8d2bd6b13554f" providerId="LiveId" clId="{ECD63303-ABCB-4354-A5EC-F7D7C5F0D4CE}" dt="2024-05-29T09:37:14.157" v="511" actId="20577"/>
          <ac:spMkLst>
            <pc:docMk/>
            <pc:sldMk cId="1675259389" sldId="265"/>
            <ac:spMk id="4" creationId="{923C19CC-953E-0743-0626-B42A7ACA64CD}"/>
          </ac:spMkLst>
        </pc:spChg>
        <pc:spChg chg="add mod">
          <ac:chgData name="KUNAL BHOITE" userId="20e8d2bd6b13554f" providerId="LiveId" clId="{ECD63303-ABCB-4354-A5EC-F7D7C5F0D4CE}" dt="2024-05-29T09:35:36.530" v="493" actId="123"/>
          <ac:spMkLst>
            <pc:docMk/>
            <pc:sldMk cId="1675259389" sldId="265"/>
            <ac:spMk id="5" creationId="{06046E61-D9FD-A666-4DBF-1435FE81BE74}"/>
          </ac:spMkLst>
        </pc:spChg>
      </pc:sldChg>
      <pc:sldChg chg="new del">
        <pc:chgData name="KUNAL BHOITE" userId="20e8d2bd6b13554f" providerId="LiveId" clId="{ECD63303-ABCB-4354-A5EC-F7D7C5F0D4CE}" dt="2024-05-19T23:55:00.888" v="13" actId="47"/>
        <pc:sldMkLst>
          <pc:docMk/>
          <pc:sldMk cId="3456394362" sldId="265"/>
        </pc:sldMkLst>
      </pc:sldChg>
      <pc:sldChg chg="modSp add mod">
        <pc:chgData name="KUNAL BHOITE" userId="20e8d2bd6b13554f" providerId="LiveId" clId="{ECD63303-ABCB-4354-A5EC-F7D7C5F0D4CE}" dt="2024-05-29T13:40:54.601" v="1005" actId="27636"/>
        <pc:sldMkLst>
          <pc:docMk/>
          <pc:sldMk cId="2798708683" sldId="266"/>
        </pc:sldMkLst>
        <pc:spChg chg="mod">
          <ac:chgData name="KUNAL BHOITE" userId="20e8d2bd6b13554f" providerId="LiveId" clId="{ECD63303-ABCB-4354-A5EC-F7D7C5F0D4CE}" dt="2024-05-29T09:17:43.594" v="231" actId="14100"/>
          <ac:spMkLst>
            <pc:docMk/>
            <pc:sldMk cId="2798708683" sldId="266"/>
            <ac:spMk id="2" creationId="{B5699994-36AF-6007-2847-8F91BDE8D224}"/>
          </ac:spMkLst>
        </pc:spChg>
        <pc:spChg chg="mod">
          <ac:chgData name="KUNAL BHOITE" userId="20e8d2bd6b13554f" providerId="LiveId" clId="{ECD63303-ABCB-4354-A5EC-F7D7C5F0D4CE}" dt="2024-05-29T13:40:54.601" v="1005" actId="27636"/>
          <ac:spMkLst>
            <pc:docMk/>
            <pc:sldMk cId="2798708683" sldId="266"/>
            <ac:spMk id="3" creationId="{E9F5E5B6-E052-946E-CC88-79102B1AA475}"/>
          </ac:spMkLst>
        </pc:spChg>
      </pc:sldChg>
      <pc:sldChg chg="addSp modSp new mod">
        <pc:chgData name="KUNAL BHOITE" userId="20e8d2bd6b13554f" providerId="LiveId" clId="{ECD63303-ABCB-4354-A5EC-F7D7C5F0D4CE}" dt="2024-05-29T16:58:57.486" v="1026" actId="27636"/>
        <pc:sldMkLst>
          <pc:docMk/>
          <pc:sldMk cId="1098301131" sldId="267"/>
        </pc:sldMkLst>
        <pc:spChg chg="mod">
          <ac:chgData name="KUNAL BHOITE" userId="20e8d2bd6b13554f" providerId="LiveId" clId="{ECD63303-ABCB-4354-A5EC-F7D7C5F0D4CE}" dt="2024-05-29T14:57:16.665" v="1006" actId="108"/>
          <ac:spMkLst>
            <pc:docMk/>
            <pc:sldMk cId="1098301131" sldId="267"/>
            <ac:spMk id="2" creationId="{AFE847FD-13E4-5EEA-AB10-A2247B82439D}"/>
          </ac:spMkLst>
        </pc:spChg>
        <pc:spChg chg="mod">
          <ac:chgData name="KUNAL BHOITE" userId="20e8d2bd6b13554f" providerId="LiveId" clId="{ECD63303-ABCB-4354-A5EC-F7D7C5F0D4CE}" dt="2024-05-29T16:58:57.486" v="1026" actId="27636"/>
          <ac:spMkLst>
            <pc:docMk/>
            <pc:sldMk cId="1098301131" sldId="267"/>
            <ac:spMk id="3" creationId="{EC0574AA-4337-05D6-6FEB-2298A4FDBCED}"/>
          </ac:spMkLst>
        </pc:spChg>
        <pc:picChg chg="add mod">
          <ac:chgData name="KUNAL BHOITE" userId="20e8d2bd6b13554f" providerId="LiveId" clId="{ECD63303-ABCB-4354-A5EC-F7D7C5F0D4CE}" dt="2024-05-29T10:31:54.158" v="799" actId="1076"/>
          <ac:picMkLst>
            <pc:docMk/>
            <pc:sldMk cId="1098301131" sldId="267"/>
            <ac:picMk id="5" creationId="{ED8673C0-130B-01CD-79DB-3CD15E2D1452}"/>
          </ac:picMkLst>
        </pc:picChg>
      </pc:sldChg>
      <pc:sldChg chg="modSp new mod">
        <pc:chgData name="KUNAL BHOITE" userId="20e8d2bd6b13554f" providerId="LiveId" clId="{ECD63303-ABCB-4354-A5EC-F7D7C5F0D4CE}" dt="2024-05-29T17:01:20.061" v="1033" actId="20577"/>
        <pc:sldMkLst>
          <pc:docMk/>
          <pc:sldMk cId="1726659771" sldId="268"/>
        </pc:sldMkLst>
        <pc:spChg chg="mod">
          <ac:chgData name="KUNAL BHOITE" userId="20e8d2bd6b13554f" providerId="LiveId" clId="{ECD63303-ABCB-4354-A5EC-F7D7C5F0D4CE}" dt="2024-05-29T10:34:27.054" v="821" actId="20577"/>
          <ac:spMkLst>
            <pc:docMk/>
            <pc:sldMk cId="1726659771" sldId="268"/>
            <ac:spMk id="2" creationId="{370B0B67-D258-0386-1BBF-4DD2A3F8AA51}"/>
          </ac:spMkLst>
        </pc:spChg>
        <pc:spChg chg="mod">
          <ac:chgData name="KUNAL BHOITE" userId="20e8d2bd6b13554f" providerId="LiveId" clId="{ECD63303-ABCB-4354-A5EC-F7D7C5F0D4CE}" dt="2024-05-29T17:01:20.061" v="1033" actId="20577"/>
          <ac:spMkLst>
            <pc:docMk/>
            <pc:sldMk cId="1726659771" sldId="268"/>
            <ac:spMk id="3" creationId="{87A9940B-F76F-0E28-DC87-5F6EC99C94BC}"/>
          </ac:spMkLst>
        </pc:spChg>
      </pc:sldChg>
      <pc:sldChg chg="addSp modSp new mod">
        <pc:chgData name="KUNAL BHOITE" userId="20e8d2bd6b13554f" providerId="LiveId" clId="{ECD63303-ABCB-4354-A5EC-F7D7C5F0D4CE}" dt="2024-05-29T17:12:25.239" v="1034" actId="20577"/>
        <pc:sldMkLst>
          <pc:docMk/>
          <pc:sldMk cId="3490479378" sldId="269"/>
        </pc:sldMkLst>
        <pc:spChg chg="mod">
          <ac:chgData name="KUNAL BHOITE" userId="20e8d2bd6b13554f" providerId="LiveId" clId="{ECD63303-ABCB-4354-A5EC-F7D7C5F0D4CE}" dt="2024-05-29T10:55:09.710" v="835" actId="20577"/>
          <ac:spMkLst>
            <pc:docMk/>
            <pc:sldMk cId="3490479378" sldId="269"/>
            <ac:spMk id="2" creationId="{F0EBFD41-F9DD-256F-0E85-AAA257964740}"/>
          </ac:spMkLst>
        </pc:spChg>
        <pc:spChg chg="mod">
          <ac:chgData name="KUNAL BHOITE" userId="20e8d2bd6b13554f" providerId="LiveId" clId="{ECD63303-ABCB-4354-A5EC-F7D7C5F0D4CE}" dt="2024-05-29T17:12:25.239" v="1034" actId="20577"/>
          <ac:spMkLst>
            <pc:docMk/>
            <pc:sldMk cId="3490479378" sldId="269"/>
            <ac:spMk id="3" creationId="{8973F83B-3D25-72AA-68A5-0348BB845B67}"/>
          </ac:spMkLst>
        </pc:spChg>
        <pc:picChg chg="add mod">
          <ac:chgData name="KUNAL BHOITE" userId="20e8d2bd6b13554f" providerId="LiveId" clId="{ECD63303-ABCB-4354-A5EC-F7D7C5F0D4CE}" dt="2024-05-29T11:17:25.976" v="865" actId="1076"/>
          <ac:picMkLst>
            <pc:docMk/>
            <pc:sldMk cId="3490479378" sldId="269"/>
            <ac:picMk id="5" creationId="{E6F9718E-7734-A72C-6D4F-BF7A578CCB75}"/>
          </ac:picMkLst>
        </pc:picChg>
      </pc:sldChg>
      <pc:sldChg chg="modSp new mod">
        <pc:chgData name="KUNAL BHOITE" userId="20e8d2bd6b13554f" providerId="LiveId" clId="{ECD63303-ABCB-4354-A5EC-F7D7C5F0D4CE}" dt="2024-05-29T17:13:28.388" v="1035" actId="20577"/>
        <pc:sldMkLst>
          <pc:docMk/>
          <pc:sldMk cId="1429964741" sldId="270"/>
        </pc:sldMkLst>
        <pc:spChg chg="mod">
          <ac:chgData name="KUNAL BHOITE" userId="20e8d2bd6b13554f" providerId="LiveId" clId="{ECD63303-ABCB-4354-A5EC-F7D7C5F0D4CE}" dt="2024-05-29T11:17:47.986" v="891" actId="20577"/>
          <ac:spMkLst>
            <pc:docMk/>
            <pc:sldMk cId="1429964741" sldId="270"/>
            <ac:spMk id="2" creationId="{BCAB11EA-CEB0-CCA9-DADC-AF65C4624DDD}"/>
          </ac:spMkLst>
        </pc:spChg>
        <pc:spChg chg="mod">
          <ac:chgData name="KUNAL BHOITE" userId="20e8d2bd6b13554f" providerId="LiveId" clId="{ECD63303-ABCB-4354-A5EC-F7D7C5F0D4CE}" dt="2024-05-29T17:13:28.388" v="1035" actId="20577"/>
          <ac:spMkLst>
            <pc:docMk/>
            <pc:sldMk cId="1429964741" sldId="270"/>
            <ac:spMk id="3" creationId="{42B2085C-AF98-4510-4CBE-386478ACC266}"/>
          </ac:spMkLst>
        </pc:spChg>
      </pc:sldChg>
      <pc:sldChg chg="modSp new mod">
        <pc:chgData name="KUNAL BHOITE" userId="20e8d2bd6b13554f" providerId="LiveId" clId="{ECD63303-ABCB-4354-A5EC-F7D7C5F0D4CE}" dt="2024-05-29T17:14:38.649" v="1038" actId="5793"/>
        <pc:sldMkLst>
          <pc:docMk/>
          <pc:sldMk cId="887029189" sldId="271"/>
        </pc:sldMkLst>
        <pc:spChg chg="mod">
          <ac:chgData name="KUNAL BHOITE" userId="20e8d2bd6b13554f" providerId="LiveId" clId="{ECD63303-ABCB-4354-A5EC-F7D7C5F0D4CE}" dt="2024-05-29T12:02:06.107" v="1002" actId="14100"/>
          <ac:spMkLst>
            <pc:docMk/>
            <pc:sldMk cId="887029189" sldId="271"/>
            <ac:spMk id="2" creationId="{4D41C177-3F18-2C3B-B954-2668FE8354C8}"/>
          </ac:spMkLst>
        </pc:spChg>
        <pc:spChg chg="mod">
          <ac:chgData name="KUNAL BHOITE" userId="20e8d2bd6b13554f" providerId="LiveId" clId="{ECD63303-ABCB-4354-A5EC-F7D7C5F0D4CE}" dt="2024-05-29T17:14:38.649" v="1038" actId="5793"/>
          <ac:spMkLst>
            <pc:docMk/>
            <pc:sldMk cId="887029189" sldId="271"/>
            <ac:spMk id="3" creationId="{0FB8256D-306F-4DD9-CBF6-E0098D96D11A}"/>
          </ac:spMkLst>
        </pc:spChg>
      </pc:sldChg>
      <pc:sldMasterChg chg="modTransition modSldLayout">
        <pc:chgData name="KUNAL BHOITE" userId="20e8d2bd6b13554f" providerId="LiveId" clId="{ECD63303-ABCB-4354-A5EC-F7D7C5F0D4CE}" dt="2024-05-20T00:10:35.014" v="134"/>
        <pc:sldMasterMkLst>
          <pc:docMk/>
          <pc:sldMasterMk cId="2037936208" sldId="2147483745"/>
        </pc:sldMasterMkLst>
        <pc:sldLayoutChg chg="modTransition">
          <pc:chgData name="KUNAL BHOITE" userId="20e8d2bd6b13554f" providerId="LiveId" clId="{ECD63303-ABCB-4354-A5EC-F7D7C5F0D4CE}" dt="2024-05-20T00:10:35.014" v="134"/>
          <pc:sldLayoutMkLst>
            <pc:docMk/>
            <pc:sldMasterMk cId="2037936208" sldId="2147483745"/>
            <pc:sldLayoutMk cId="2275703930" sldId="2147483746"/>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922558118" sldId="2147483747"/>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450202181" sldId="2147483748"/>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3196602672" sldId="2147483749"/>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308663550" sldId="2147483750"/>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329008262" sldId="2147483751"/>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677017999" sldId="2147483752"/>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3306484778" sldId="2147483753"/>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2984794789" sldId="2147483754"/>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1728376773" sldId="2147483755"/>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2990344073" sldId="2147483756"/>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1103499953" sldId="2147483757"/>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1430224094" sldId="2147483758"/>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1153318093" sldId="2147483759"/>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1143706325" sldId="2147483760"/>
          </pc:sldLayoutMkLst>
        </pc:sldLayoutChg>
        <pc:sldLayoutChg chg="modTransition">
          <pc:chgData name="KUNAL BHOITE" userId="20e8d2bd6b13554f" providerId="LiveId" clId="{ECD63303-ABCB-4354-A5EC-F7D7C5F0D4CE}" dt="2024-05-20T00:10:35.014" v="134"/>
          <pc:sldLayoutMkLst>
            <pc:docMk/>
            <pc:sldMasterMk cId="2037936208" sldId="2147483745"/>
            <pc:sldLayoutMk cId="2472113479" sldId="214748376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2275703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922558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450202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277AF4-51F1-4409-831D-4E3C1963F88D}"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31966026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277AF4-51F1-4409-831D-4E3C1963F88D}" type="datetimeFigureOut">
              <a:rPr lang="en-US" smtClean="0"/>
              <a:t>5/29/2024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3086635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277AF4-51F1-4409-831D-4E3C1963F88D}" type="datetimeFigureOut">
              <a:rPr lang="en-US" smtClean="0"/>
              <a:t>5/29/2024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3290082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277AF4-51F1-4409-831D-4E3C1963F88D}" type="datetimeFigureOut">
              <a:rPr lang="en-US" smtClean="0"/>
              <a:t>5/29/2024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6770179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277AF4-51F1-4409-831D-4E3C1963F88D}"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33064847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277AF4-51F1-4409-831D-4E3C1963F88D}"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29847947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17283767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903440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1103499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30224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1153318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1143706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77AF4-51F1-4409-831D-4E3C1963F88D}"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A0AA48-235E-457D-BC60-0CB7F68A9459}" type="slidenum">
              <a:rPr lang="en-US" smtClean="0"/>
              <a:t>‹#›</a:t>
            </a:fld>
            <a:endParaRPr lang="en-US"/>
          </a:p>
        </p:txBody>
      </p:sp>
    </p:spTree>
    <p:extLst>
      <p:ext uri="{BB962C8B-B14F-4D97-AF65-F5344CB8AC3E}">
        <p14:creationId xmlns:p14="http://schemas.microsoft.com/office/powerpoint/2010/main" val="2472113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277AF4-51F1-4409-831D-4E3C1963F88D}" type="datetimeFigureOut">
              <a:rPr lang="en-US" smtClean="0"/>
              <a:t>5/29/2024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AA0AA48-235E-457D-BC60-0CB7F68A9459}" type="slidenum">
              <a:rPr lang="en-US" smtClean="0"/>
              <a:t>‹#›</a:t>
            </a:fld>
            <a:endParaRPr lang="en-US"/>
          </a:p>
        </p:txBody>
      </p:sp>
    </p:spTree>
    <p:extLst>
      <p:ext uri="{BB962C8B-B14F-4D97-AF65-F5344CB8AC3E}">
        <p14:creationId xmlns:p14="http://schemas.microsoft.com/office/powerpoint/2010/main" val="2037936208"/>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lickr.com/photos/mikemacmarketing/44405376514"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pxhere.com/ko/photo/806026" TargetMode="External"/><Relationship Id="rId2" Type="http://schemas.openxmlformats.org/officeDocument/2006/relationships/image" Target="../media/image1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6D5E-658E-A33E-E9B3-5C311430385C}"/>
              </a:ext>
            </a:extLst>
          </p:cNvPr>
          <p:cNvSpPr>
            <a:spLocks noGrp="1"/>
          </p:cNvSpPr>
          <p:nvPr>
            <p:ph type="ctrTitle"/>
          </p:nvPr>
        </p:nvSpPr>
        <p:spPr>
          <a:xfrm>
            <a:off x="1282620" y="1478631"/>
            <a:ext cx="7912978" cy="2133667"/>
          </a:xfrm>
        </p:spPr>
        <p:txBody>
          <a:bodyPr/>
          <a:lstStyle/>
          <a:p>
            <a:pPr marL="0" marR="0" algn="ctr">
              <a:spcBef>
                <a:spcPts val="200"/>
              </a:spcBef>
              <a:spcAft>
                <a:spcPts val="500"/>
              </a:spcAft>
            </a:pPr>
            <a:r>
              <a:rPr lang="en-US" sz="4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FOOTBALL TOURNAMENT WINNER PREDICTION</a:t>
            </a:r>
            <a:endParaRPr lang="en-US" sz="4400" b="1" dirty="0">
              <a:solidFill>
                <a:schemeClr val="tx1"/>
              </a:solidFill>
              <a:effectLst/>
              <a:latin typeface="Linux Biolinum"/>
              <a:ea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2E5BE82-A06B-82D7-2CDF-353F262071E1}"/>
              </a:ext>
            </a:extLst>
          </p:cNvPr>
          <p:cNvSpPr>
            <a:spLocks noGrp="1"/>
          </p:cNvSpPr>
          <p:nvPr>
            <p:ph type="subTitle" idx="1"/>
          </p:nvPr>
        </p:nvSpPr>
        <p:spPr>
          <a:xfrm>
            <a:off x="1507067" y="4050833"/>
            <a:ext cx="7766936" cy="2211944"/>
          </a:xfrm>
        </p:spPr>
        <p:txBody>
          <a:bodyPr/>
          <a:lstStyle/>
          <a:p>
            <a:pPr algn="l"/>
            <a:r>
              <a:rPr lang="en-US" b="1" dirty="0">
                <a:solidFill>
                  <a:schemeClr val="tx1"/>
                </a:solidFill>
                <a:latin typeface="Times New Roman" panose="02020603050405020304" pitchFamily="18" charset="0"/>
                <a:cs typeface="Times New Roman" panose="02020603050405020304" pitchFamily="18" charset="0"/>
              </a:rPr>
              <a:t>Name-Kunal Kiran Bhoite</a:t>
            </a:r>
          </a:p>
          <a:p>
            <a:pPr algn="l"/>
            <a:r>
              <a:rPr lang="en-US" b="1" dirty="0">
                <a:solidFill>
                  <a:schemeClr val="tx1"/>
                </a:solidFill>
                <a:latin typeface="Times New Roman" panose="02020603050405020304" pitchFamily="18" charset="0"/>
                <a:cs typeface="Times New Roman" panose="02020603050405020304" pitchFamily="18" charset="0"/>
              </a:rPr>
              <a:t>Student ID-20000769</a:t>
            </a:r>
          </a:p>
          <a:p>
            <a:pPr algn="l"/>
            <a:r>
              <a:rPr lang="en-US" b="1" dirty="0">
                <a:solidFill>
                  <a:schemeClr val="tx1"/>
                </a:solidFill>
                <a:latin typeface="Times New Roman" panose="02020603050405020304" pitchFamily="18" charset="0"/>
                <a:cs typeface="Times New Roman" panose="02020603050405020304" pitchFamily="18" charset="0"/>
              </a:rPr>
              <a:t>Course-Master’s in Business Analytics</a:t>
            </a:r>
          </a:p>
          <a:p>
            <a:pPr algn="l"/>
            <a:endParaRPr lang="en-US" dirty="0"/>
          </a:p>
          <a:p>
            <a:pPr algn="l"/>
            <a:endParaRPr lang="en-US" dirty="0"/>
          </a:p>
          <a:p>
            <a:pPr algn="l"/>
            <a:endParaRPr lang="en-US" dirty="0"/>
          </a:p>
        </p:txBody>
      </p:sp>
      <p:pic>
        <p:nvPicPr>
          <p:cNvPr id="4" name="image1.jpeg">
            <a:extLst>
              <a:ext uri="{FF2B5EF4-FFF2-40B4-BE49-F238E27FC236}">
                <a16:creationId xmlns:a16="http://schemas.microsoft.com/office/drawing/2014/main" id="{077B5546-647A-D29A-8B78-6F73B99C136C}"/>
              </a:ext>
            </a:extLst>
          </p:cNvPr>
          <p:cNvPicPr>
            <a:picLocks noChangeAspect="1"/>
          </p:cNvPicPr>
          <p:nvPr/>
        </p:nvPicPr>
        <p:blipFill>
          <a:blip r:embed="rId2" cstate="print"/>
          <a:stretch>
            <a:fillRect/>
          </a:stretch>
        </p:blipFill>
        <p:spPr>
          <a:xfrm>
            <a:off x="3730984" y="355369"/>
            <a:ext cx="2715622" cy="1450428"/>
          </a:xfrm>
          <a:prstGeom prst="rect">
            <a:avLst/>
          </a:prstGeom>
        </p:spPr>
      </p:pic>
    </p:spTree>
    <p:extLst>
      <p:ext uri="{BB962C8B-B14F-4D97-AF65-F5344CB8AC3E}">
        <p14:creationId xmlns:p14="http://schemas.microsoft.com/office/powerpoint/2010/main" val="3681170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91546-5766-4D1A-7FCA-09968ED4E56B}"/>
              </a:ext>
            </a:extLst>
          </p:cNvPr>
          <p:cNvSpPr>
            <a:spLocks noGrp="1"/>
          </p:cNvSpPr>
          <p:nvPr>
            <p:ph type="title"/>
          </p:nvPr>
        </p:nvSpPr>
        <p:spPr/>
        <p:txBody>
          <a:bodyPr>
            <a:normAutofit/>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Aim</a:t>
            </a:r>
          </a:p>
        </p:txBody>
      </p:sp>
      <p:sp>
        <p:nvSpPr>
          <p:cNvPr id="3" name="Content Placeholder 2">
            <a:extLst>
              <a:ext uri="{FF2B5EF4-FFF2-40B4-BE49-F238E27FC236}">
                <a16:creationId xmlns:a16="http://schemas.microsoft.com/office/drawing/2014/main" id="{29E28143-289D-0927-0944-9EDA8CCF57A6}"/>
              </a:ext>
            </a:extLst>
          </p:cNvPr>
          <p:cNvSpPr>
            <a:spLocks noGrp="1"/>
          </p:cNvSpPr>
          <p:nvPr>
            <p:ph idx="1"/>
          </p:nvPr>
        </p:nvSpPr>
        <p:spPr/>
        <p:txBody>
          <a:bodyPr/>
          <a:lstStyle/>
          <a:p>
            <a:pPr marL="285750" marR="322580" indent="-285750">
              <a:lnSpc>
                <a:spcPct val="115000"/>
              </a:lnSpc>
              <a:spcBef>
                <a:spcPts val="0"/>
              </a:spcBef>
              <a:spcAft>
                <a:spcPts val="0"/>
              </a:spcAft>
              <a:buClr>
                <a:schemeClr val="tx1"/>
              </a:buClr>
              <a:buFont typeface="Arial" panose="020B0604020202020204" pitchFamily="34" charset="0"/>
              <a:buChar char="•"/>
            </a:pPr>
            <a:r>
              <a:rPr lang="en-US" sz="2400" dirty="0">
                <a:solidFill>
                  <a:schemeClr val="tx1"/>
                </a:solidFill>
                <a:latin typeface="Times New Roman" panose="02020603050405020304" pitchFamily="18" charset="0"/>
              </a:rPr>
              <a:t>This research project aims to utilize historical data from diverse women's football tournaments and employ machine learning algorithms to develop predictive models to forecast the tournament winners. The project intends to contribute to the advancement of predictive analytics within sports by showcasing the efficacy of machine learning methodologies in anticipating the outcomes of women's </a:t>
            </a:r>
            <a:r>
              <a:rPr lang="en-US" sz="2400" dirty="0" err="1">
                <a:solidFill>
                  <a:schemeClr val="tx1"/>
                </a:solidFill>
                <a:latin typeface="Times New Roman" panose="02020603050405020304" pitchFamily="18" charset="0"/>
              </a:rPr>
              <a:t>fifa</a:t>
            </a:r>
            <a:r>
              <a:rPr lang="en-US" sz="2400" dirty="0">
                <a:solidFill>
                  <a:schemeClr val="tx1"/>
                </a:solidFill>
                <a:latin typeface="Times New Roman" panose="02020603050405020304" pitchFamily="18" charset="0"/>
              </a:rPr>
              <a:t> world cup.</a:t>
            </a:r>
          </a:p>
          <a:p>
            <a:pPr marL="0" indent="0">
              <a:buNone/>
            </a:pPr>
            <a:endParaRPr lang="en-US" dirty="0"/>
          </a:p>
        </p:txBody>
      </p:sp>
      <p:pic>
        <p:nvPicPr>
          <p:cNvPr id="5" name="Picture 4">
            <a:extLst>
              <a:ext uri="{FF2B5EF4-FFF2-40B4-BE49-F238E27FC236}">
                <a16:creationId xmlns:a16="http://schemas.microsoft.com/office/drawing/2014/main" id="{0DDCEAAD-D31F-12FF-EB71-27A9808156B3}"/>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2271" y="0"/>
            <a:ext cx="12324271" cy="6858000"/>
          </a:xfrm>
          <a:prstGeom prst="rect">
            <a:avLst/>
          </a:prstGeom>
        </p:spPr>
      </p:pic>
      <p:sp>
        <p:nvSpPr>
          <p:cNvPr id="6" name="TextBox 5">
            <a:extLst>
              <a:ext uri="{FF2B5EF4-FFF2-40B4-BE49-F238E27FC236}">
                <a16:creationId xmlns:a16="http://schemas.microsoft.com/office/drawing/2014/main" id="{CF01C69B-DC44-3091-0A10-91727CFFA7C9}"/>
              </a:ext>
            </a:extLst>
          </p:cNvPr>
          <p:cNvSpPr txBox="1"/>
          <p:nvPr/>
        </p:nvSpPr>
        <p:spPr>
          <a:xfrm>
            <a:off x="-132272" y="6858000"/>
            <a:ext cx="12324271" cy="230832"/>
          </a:xfrm>
          <a:prstGeom prst="rect">
            <a:avLst/>
          </a:prstGeom>
          <a:noFill/>
        </p:spPr>
        <p:txBody>
          <a:bodyPr wrap="square" rtlCol="0">
            <a:spAutoFit/>
          </a:bodyPr>
          <a:lstStyle/>
          <a:p>
            <a:r>
              <a:rPr lang="en-US" sz="900" dirty="0"/>
              <a:t>T</a:t>
            </a:r>
          </a:p>
        </p:txBody>
      </p:sp>
    </p:spTree>
    <p:extLst>
      <p:ext uri="{BB962C8B-B14F-4D97-AF65-F5344CB8AC3E}">
        <p14:creationId xmlns:p14="http://schemas.microsoft.com/office/powerpoint/2010/main" val="4080173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0B664-6005-4EFD-21C8-196E230452D4}"/>
              </a:ext>
            </a:extLst>
          </p:cNvPr>
          <p:cNvSpPr>
            <a:spLocks noGrp="1"/>
          </p:cNvSpPr>
          <p:nvPr>
            <p:ph type="title"/>
          </p:nvPr>
        </p:nvSpPr>
        <p:spPr/>
        <p:txBody>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Research Questions</a:t>
            </a:r>
          </a:p>
        </p:txBody>
      </p:sp>
      <p:sp>
        <p:nvSpPr>
          <p:cNvPr id="3" name="Content Placeholder 2">
            <a:extLst>
              <a:ext uri="{FF2B5EF4-FFF2-40B4-BE49-F238E27FC236}">
                <a16:creationId xmlns:a16="http://schemas.microsoft.com/office/drawing/2014/main" id="{0D5447A2-C442-FA76-A121-A5BE835841C8}"/>
              </a:ext>
            </a:extLst>
          </p:cNvPr>
          <p:cNvSpPr>
            <a:spLocks noGrp="1"/>
          </p:cNvSpPr>
          <p:nvPr>
            <p:ph idx="1"/>
          </p:nvPr>
        </p:nvSpPr>
        <p:spPr/>
        <p:txBody>
          <a:bodyPr>
            <a:noAutofit/>
          </a:bodyPr>
          <a:lstStyle/>
          <a:p>
            <a:pPr marR="323215" algn="just">
              <a:lnSpc>
                <a:spcPct val="115000"/>
              </a:lnSpc>
              <a:spcBef>
                <a:spcPts val="0"/>
              </a:spcBef>
              <a:buClr>
                <a:schemeClr val="tx1"/>
              </a:buClr>
              <a:buSzPts val="1100"/>
              <a:buFont typeface="Wingdings" panose="05000000000000000000" pitchFamily="2" charset="2"/>
              <a:buChar char="Ø"/>
              <a:tabLst>
                <a:tab pos="424815" algn="l"/>
              </a:tabLst>
            </a:pPr>
            <a:r>
              <a:rPr lang="en-US" sz="2400" b="1" dirty="0">
                <a:effectLst/>
                <a:latin typeface="Times New Roman" panose="02020603050405020304" pitchFamily="18" charset="0"/>
                <a:ea typeface="Times New Roman" panose="02020603050405020304" pitchFamily="18" charset="0"/>
              </a:rPr>
              <a:t>How effective are machine learning models in predicting the winners of women's </a:t>
            </a:r>
            <a:r>
              <a:rPr lang="en-US" sz="2400" b="1" dirty="0" err="1">
                <a:effectLst/>
                <a:latin typeface="Times New Roman" panose="02020603050405020304" pitchFamily="18" charset="0"/>
                <a:ea typeface="Times New Roman" panose="02020603050405020304" pitchFamily="18" charset="0"/>
              </a:rPr>
              <a:t>fifa</a:t>
            </a:r>
            <a:r>
              <a:rPr lang="en-US" sz="2400" b="1" dirty="0">
                <a:effectLst/>
                <a:latin typeface="Times New Roman" panose="02020603050405020304" pitchFamily="18" charset="0"/>
                <a:ea typeface="Times New Roman" panose="02020603050405020304" pitchFamily="18" charset="0"/>
              </a:rPr>
              <a:t> world cup based on historical match data compared to random selection?</a:t>
            </a:r>
          </a:p>
          <a:p>
            <a:pPr marR="323215" algn="just">
              <a:lnSpc>
                <a:spcPct val="115000"/>
              </a:lnSpc>
              <a:spcBef>
                <a:spcPts val="0"/>
              </a:spcBef>
              <a:buClr>
                <a:schemeClr val="tx1"/>
              </a:buClr>
              <a:buSzPts val="1100"/>
              <a:buFont typeface="Wingdings" panose="05000000000000000000" pitchFamily="2" charset="2"/>
              <a:buChar char="Ø"/>
              <a:tabLst>
                <a:tab pos="424815" algn="l"/>
              </a:tabLst>
            </a:pPr>
            <a:endParaRPr lang="en-US" sz="2400" b="1" dirty="0">
              <a:effectLst/>
              <a:latin typeface="Times New Roman" panose="02020603050405020304" pitchFamily="18" charset="0"/>
              <a:ea typeface="Times New Roman" panose="02020603050405020304" pitchFamily="18" charset="0"/>
            </a:endParaRPr>
          </a:p>
          <a:p>
            <a:pPr marR="323215" algn="just">
              <a:lnSpc>
                <a:spcPct val="115000"/>
              </a:lnSpc>
              <a:spcBef>
                <a:spcPts val="0"/>
              </a:spcBef>
              <a:buClr>
                <a:schemeClr val="tx1"/>
              </a:buClr>
              <a:buSzPts val="1100"/>
              <a:buFont typeface="Wingdings" panose="05000000000000000000" pitchFamily="2" charset="2"/>
              <a:buChar char="Ø"/>
              <a:tabLst>
                <a:tab pos="424815" algn="l"/>
              </a:tabLst>
            </a:pPr>
            <a:r>
              <a:rPr lang="en-US" sz="2400" b="1" dirty="0">
                <a:effectLst/>
                <a:latin typeface="Times New Roman" panose="02020603050405020304" pitchFamily="18" charset="0"/>
                <a:ea typeface="Times New Roman" panose="02020603050405020304" pitchFamily="18" charset="0"/>
              </a:rPr>
              <a:t>Which machine learning algorithm, among XGBoost, Logistic Regression, Support Vector Machine (SVM), and Gaussian Naïve Bayes performs best in predicting match outcomes for women's </a:t>
            </a:r>
            <a:r>
              <a:rPr lang="en-US" sz="2400" b="1" dirty="0" err="1">
                <a:effectLst/>
                <a:latin typeface="Times New Roman" panose="02020603050405020304" pitchFamily="18" charset="0"/>
                <a:ea typeface="Times New Roman" panose="02020603050405020304" pitchFamily="18" charset="0"/>
              </a:rPr>
              <a:t>fifa</a:t>
            </a:r>
            <a:r>
              <a:rPr lang="en-US" sz="2400" b="1" dirty="0">
                <a:effectLst/>
                <a:latin typeface="Times New Roman" panose="02020603050405020304" pitchFamily="18" charset="0"/>
                <a:ea typeface="Times New Roman" panose="02020603050405020304" pitchFamily="18" charset="0"/>
              </a:rPr>
              <a:t> world cup?</a:t>
            </a:r>
          </a:p>
          <a:p>
            <a:pPr marR="323215" lvl="0" algn="just">
              <a:lnSpc>
                <a:spcPct val="115000"/>
              </a:lnSpc>
              <a:spcBef>
                <a:spcPts val="0"/>
              </a:spcBef>
              <a:spcAft>
                <a:spcPts val="0"/>
              </a:spcAft>
              <a:buSzPts val="1100"/>
              <a:buFont typeface="Arial" panose="020B0604020202020204" pitchFamily="34" charset="0"/>
              <a:buChar char="•"/>
              <a:tabLst>
                <a:tab pos="424815" algn="l"/>
              </a:tabLst>
            </a:pPr>
            <a:endParaRPr lang="en-US" sz="2400" b="1" dirty="0">
              <a:effectLst/>
              <a:latin typeface="Times New Roman" panose="02020603050405020304" pitchFamily="18" charset="0"/>
              <a:ea typeface="Times New Roman" panose="02020603050405020304" pitchFamily="18" charset="0"/>
            </a:endParaRPr>
          </a:p>
          <a:p>
            <a:pPr marR="323215" lvl="0" algn="just">
              <a:lnSpc>
                <a:spcPct val="115000"/>
              </a:lnSpc>
              <a:spcBef>
                <a:spcPts val="0"/>
              </a:spcBef>
              <a:spcAft>
                <a:spcPts val="0"/>
              </a:spcAft>
              <a:buSzPts val="1100"/>
              <a:buFont typeface="Arial" panose="020B0604020202020204" pitchFamily="34" charset="0"/>
              <a:buChar char="•"/>
              <a:tabLst>
                <a:tab pos="424815" algn="l"/>
              </a:tabLst>
            </a:pPr>
            <a:endParaRPr lang="en-US" sz="2400" b="1" dirty="0">
              <a:effectLst/>
              <a:latin typeface="Times New Roman" panose="02020603050405020304" pitchFamily="18" charset="0"/>
              <a:ea typeface="Times New Roman" panose="02020603050405020304" pitchFamily="18" charset="0"/>
            </a:endParaRPr>
          </a:p>
          <a:p>
            <a:pPr marL="0" marR="323215" lvl="0" indent="0" algn="just">
              <a:lnSpc>
                <a:spcPct val="115000"/>
              </a:lnSpc>
              <a:spcBef>
                <a:spcPts val="0"/>
              </a:spcBef>
              <a:spcAft>
                <a:spcPts val="0"/>
              </a:spcAft>
              <a:buSzPts val="1100"/>
              <a:buNone/>
              <a:tabLst>
                <a:tab pos="424815" algn="l"/>
              </a:tabLst>
            </a:pPr>
            <a:r>
              <a:rPr lang="en-US" sz="2400" b="1" dirty="0">
                <a:effectLst/>
                <a:latin typeface="Times New Roman" panose="02020603050405020304" pitchFamily="18" charset="0"/>
                <a:ea typeface="Times New Roman" panose="02020603050405020304" pitchFamily="18" charset="0"/>
              </a:rPr>
              <a:t>	</a:t>
            </a:r>
            <a:endParaRPr lang="en-US" sz="2400" b="1" dirty="0"/>
          </a:p>
        </p:txBody>
      </p:sp>
    </p:spTree>
    <p:extLst>
      <p:ext uri="{BB962C8B-B14F-4D97-AF65-F5344CB8AC3E}">
        <p14:creationId xmlns:p14="http://schemas.microsoft.com/office/powerpoint/2010/main" val="14882956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D424-CEAB-4139-ACC2-FD48B73BFE2F}"/>
              </a:ext>
            </a:extLst>
          </p:cNvPr>
          <p:cNvSpPr>
            <a:spLocks noGrp="1"/>
          </p:cNvSpPr>
          <p:nvPr>
            <p:ph type="title"/>
          </p:nvPr>
        </p:nvSpPr>
        <p:spPr/>
        <p:txBody>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Methodology</a:t>
            </a:r>
          </a:p>
        </p:txBody>
      </p:sp>
      <p:pic>
        <p:nvPicPr>
          <p:cNvPr id="5" name="Content Placeholder 4">
            <a:extLst>
              <a:ext uri="{FF2B5EF4-FFF2-40B4-BE49-F238E27FC236}">
                <a16:creationId xmlns:a16="http://schemas.microsoft.com/office/drawing/2014/main" id="{94E95ADE-0E5F-DA5C-502A-20863965B9EA}"/>
              </a:ext>
            </a:extLst>
          </p:cNvPr>
          <p:cNvPicPr>
            <a:picLocks noGrp="1" noChangeAspect="1"/>
          </p:cNvPicPr>
          <p:nvPr>
            <p:ph idx="1"/>
          </p:nvPr>
        </p:nvPicPr>
        <p:blipFill>
          <a:blip r:embed="rId2"/>
          <a:stretch>
            <a:fillRect/>
          </a:stretch>
        </p:blipFill>
        <p:spPr>
          <a:xfrm>
            <a:off x="1512139" y="1867290"/>
            <a:ext cx="7537360" cy="3881437"/>
          </a:xfrm>
        </p:spPr>
      </p:pic>
    </p:spTree>
    <p:extLst>
      <p:ext uri="{BB962C8B-B14F-4D97-AF65-F5344CB8AC3E}">
        <p14:creationId xmlns:p14="http://schemas.microsoft.com/office/powerpoint/2010/main" val="1722292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9994-36AF-6007-2847-8F91BDE8D224}"/>
              </a:ext>
            </a:extLst>
          </p:cNvPr>
          <p:cNvSpPr>
            <a:spLocks noGrp="1"/>
          </p:cNvSpPr>
          <p:nvPr>
            <p:ph type="title"/>
          </p:nvPr>
        </p:nvSpPr>
        <p:spPr>
          <a:xfrm>
            <a:off x="677334" y="609600"/>
            <a:ext cx="8596668" cy="845389"/>
          </a:xfrm>
        </p:spPr>
        <p:txBody>
          <a:bodyPr>
            <a:normAutofit fontScale="90000"/>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Dataset</a:t>
            </a:r>
            <a:b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br>
            <a:br>
              <a:rPr lang="en-US" sz="4800" dirty="0">
                <a:solidFill>
                  <a:schemeClr val="tx1"/>
                </a:solidFill>
                <a:latin typeface="Times New Roman" panose="02020603050405020304" pitchFamily="18" charset="0"/>
              </a:rPr>
            </a:br>
            <a:endPar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Content Placeholder 2">
            <a:extLst>
              <a:ext uri="{FF2B5EF4-FFF2-40B4-BE49-F238E27FC236}">
                <a16:creationId xmlns:a16="http://schemas.microsoft.com/office/drawing/2014/main" id="{E9F5E5B6-E052-946E-CC88-79102B1AA475}"/>
              </a:ext>
            </a:extLst>
          </p:cNvPr>
          <p:cNvSpPr>
            <a:spLocks noGrp="1"/>
          </p:cNvSpPr>
          <p:nvPr>
            <p:ph idx="1"/>
          </p:nvPr>
        </p:nvSpPr>
        <p:spPr>
          <a:xfrm>
            <a:off x="677334" y="2438399"/>
            <a:ext cx="5004598" cy="4405453"/>
          </a:xfrm>
        </p:spPr>
        <p:txBody>
          <a:bodyPr>
            <a:noAutofit/>
          </a:bodyPr>
          <a:lstStyle/>
          <a:p>
            <a:pPr algn="just">
              <a:buClr>
                <a:schemeClr val="tx1"/>
              </a:buClr>
              <a:buFont typeface="Arial" panose="020B0604020202020204" pitchFamily="34" charset="0"/>
              <a:buChar char="•"/>
            </a:pPr>
            <a:r>
              <a:rPr lang="en-US" sz="1700" dirty="0" err="1">
                <a:solidFill>
                  <a:schemeClr val="tx1"/>
                </a:solidFill>
                <a:latin typeface="Times New Roman" panose="02020603050405020304" pitchFamily="18" charset="0"/>
              </a:rPr>
              <a:t>Home_team</a:t>
            </a:r>
            <a:r>
              <a:rPr lang="en-US" sz="1700" dirty="0">
                <a:solidFill>
                  <a:schemeClr val="tx1"/>
                </a:solidFill>
                <a:latin typeface="Times New Roman" panose="02020603050405020304" pitchFamily="18" charset="0"/>
              </a:rPr>
              <a:t> : Name of the home team</a:t>
            </a:r>
          </a:p>
          <a:p>
            <a:pPr algn="just">
              <a:buClr>
                <a:schemeClr val="tx1"/>
              </a:buClr>
              <a:buFont typeface="Arial" panose="020B0604020202020204" pitchFamily="34" charset="0"/>
              <a:buChar char="•"/>
            </a:pPr>
            <a:r>
              <a:rPr lang="en-US" sz="1700" dirty="0">
                <a:solidFill>
                  <a:schemeClr val="tx1"/>
                </a:solidFill>
                <a:latin typeface="Times New Roman" panose="02020603050405020304" pitchFamily="18" charset="0"/>
              </a:rPr>
              <a:t>Away team: Name of the opposing team</a:t>
            </a:r>
          </a:p>
          <a:p>
            <a:pPr algn="just">
              <a:buClr>
                <a:schemeClr val="tx1"/>
              </a:buClr>
              <a:buFont typeface="Arial" panose="020B0604020202020204" pitchFamily="34" charset="0"/>
              <a:buChar char="•"/>
            </a:pPr>
            <a:r>
              <a:rPr lang="en-US" sz="1700" dirty="0" err="1">
                <a:solidFill>
                  <a:schemeClr val="tx1"/>
                </a:solidFill>
                <a:latin typeface="Times New Roman" panose="02020603050405020304" pitchFamily="18" charset="0"/>
              </a:rPr>
              <a:t>Home_score</a:t>
            </a:r>
            <a:r>
              <a:rPr lang="en-US" sz="1700" dirty="0">
                <a:solidFill>
                  <a:schemeClr val="tx1"/>
                </a:solidFill>
                <a:latin typeface="Times New Roman" panose="02020603050405020304" pitchFamily="18" charset="0"/>
              </a:rPr>
              <a:t> : Goals scored by the home team</a:t>
            </a:r>
          </a:p>
          <a:p>
            <a:pPr algn="just">
              <a:buClr>
                <a:schemeClr val="tx1"/>
              </a:buClr>
              <a:buFont typeface="Arial" panose="020B0604020202020204" pitchFamily="34" charset="0"/>
              <a:buChar char="•"/>
            </a:pPr>
            <a:r>
              <a:rPr lang="en-US" sz="1700" dirty="0" err="1">
                <a:solidFill>
                  <a:schemeClr val="tx1"/>
                </a:solidFill>
                <a:latin typeface="Times New Roman" panose="02020603050405020304" pitchFamily="18" charset="0"/>
              </a:rPr>
              <a:t>Away_score</a:t>
            </a:r>
            <a:r>
              <a:rPr lang="en-US" sz="1700" dirty="0">
                <a:solidFill>
                  <a:schemeClr val="tx1"/>
                </a:solidFill>
                <a:latin typeface="Times New Roman" panose="02020603050405020304" pitchFamily="18" charset="0"/>
              </a:rPr>
              <a:t> : Goals scored by the away team</a:t>
            </a:r>
          </a:p>
          <a:p>
            <a:pPr algn="just">
              <a:buClr>
                <a:schemeClr val="tx1"/>
              </a:buClr>
              <a:buFont typeface="Arial" panose="020B0604020202020204" pitchFamily="34" charset="0"/>
              <a:buChar char="•"/>
            </a:pPr>
            <a:r>
              <a:rPr lang="en-US" sz="1700" dirty="0" err="1">
                <a:solidFill>
                  <a:schemeClr val="tx1"/>
                </a:solidFill>
                <a:latin typeface="Times New Roman" panose="02020603050405020304" pitchFamily="18" charset="0"/>
              </a:rPr>
              <a:t>Hometeam_rank</a:t>
            </a:r>
            <a:r>
              <a:rPr lang="en-US" sz="1700" dirty="0">
                <a:solidFill>
                  <a:schemeClr val="tx1"/>
                </a:solidFill>
                <a:latin typeface="Times New Roman" panose="02020603050405020304" pitchFamily="18" charset="0"/>
              </a:rPr>
              <a:t> : International ranking of the home team</a:t>
            </a:r>
          </a:p>
          <a:p>
            <a:pPr algn="just">
              <a:buClr>
                <a:schemeClr val="tx1"/>
              </a:buClr>
              <a:buFont typeface="Arial" panose="020B0604020202020204" pitchFamily="34" charset="0"/>
              <a:buChar char="•"/>
            </a:pPr>
            <a:r>
              <a:rPr lang="en-US" sz="1700" dirty="0" err="1">
                <a:solidFill>
                  <a:schemeClr val="tx1"/>
                </a:solidFill>
                <a:latin typeface="Times New Roman" panose="02020603050405020304" pitchFamily="18" charset="0"/>
              </a:rPr>
              <a:t>Awayteam_rank</a:t>
            </a:r>
            <a:r>
              <a:rPr lang="en-US" sz="1700" dirty="0">
                <a:solidFill>
                  <a:schemeClr val="tx1"/>
                </a:solidFill>
                <a:latin typeface="Times New Roman" panose="02020603050405020304" pitchFamily="18" charset="0"/>
              </a:rPr>
              <a:t> : International ranking of the away team</a:t>
            </a:r>
          </a:p>
          <a:p>
            <a:pPr algn="just">
              <a:buClr>
                <a:schemeClr val="tx1"/>
              </a:buClr>
              <a:buFont typeface="Arial" panose="020B0604020202020204" pitchFamily="34" charset="0"/>
              <a:buChar char="•"/>
            </a:pPr>
            <a:r>
              <a:rPr lang="en-US" sz="1700" dirty="0">
                <a:solidFill>
                  <a:schemeClr val="tx1"/>
                </a:solidFill>
                <a:latin typeface="Times New Roman" panose="02020603050405020304" pitchFamily="18" charset="0"/>
              </a:rPr>
              <a:t>Tournament : Name of the tournament being played</a:t>
            </a:r>
          </a:p>
          <a:p>
            <a:pPr algn="just">
              <a:buClr>
                <a:schemeClr val="tx1"/>
              </a:buClr>
              <a:buFont typeface="Arial" panose="020B0604020202020204" pitchFamily="34" charset="0"/>
              <a:buChar char="•"/>
            </a:pPr>
            <a:r>
              <a:rPr lang="en-US" sz="1700" dirty="0">
                <a:solidFill>
                  <a:schemeClr val="tx1"/>
                </a:solidFill>
                <a:latin typeface="Times New Roman" panose="02020603050405020304" pitchFamily="18" charset="0"/>
              </a:rPr>
              <a:t>Continent : Continent where the match is taking place</a:t>
            </a:r>
          </a:p>
          <a:p>
            <a:pPr algn="just">
              <a:buClr>
                <a:schemeClr val="tx1"/>
              </a:buClr>
              <a:buFont typeface="Arial" panose="020B0604020202020204" pitchFamily="34" charset="0"/>
              <a:buChar char="•"/>
            </a:pPr>
            <a:endParaRPr lang="en-US" sz="1400" dirty="0">
              <a:solidFill>
                <a:schemeClr val="tx1"/>
              </a:solidFill>
              <a:latin typeface="Times New Roman" panose="02020603050405020304" pitchFamily="18" charset="0"/>
            </a:endParaRPr>
          </a:p>
        </p:txBody>
      </p:sp>
      <p:sp>
        <p:nvSpPr>
          <p:cNvPr id="4" name="TextBox 3">
            <a:extLst>
              <a:ext uri="{FF2B5EF4-FFF2-40B4-BE49-F238E27FC236}">
                <a16:creationId xmlns:a16="http://schemas.microsoft.com/office/drawing/2014/main" id="{923C19CC-953E-0743-0626-B42A7ACA64CD}"/>
              </a:ext>
            </a:extLst>
          </p:cNvPr>
          <p:cNvSpPr txBox="1"/>
          <p:nvPr/>
        </p:nvSpPr>
        <p:spPr>
          <a:xfrm>
            <a:off x="6096000" y="2493526"/>
            <a:ext cx="4917057" cy="4539704"/>
          </a:xfrm>
          <a:prstGeom prst="rect">
            <a:avLst/>
          </a:prstGeom>
          <a:noFill/>
        </p:spPr>
        <p:txBody>
          <a:bodyPr wrap="square" rtlCol="0">
            <a:spAutoFit/>
          </a:bodyPr>
          <a:lstStyle/>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rPr>
              <a:t>Country : Country where the match is taking place</a:t>
            </a:r>
          </a:p>
          <a:p>
            <a:pPr algn="just"/>
            <a:endParaRPr lang="en-US" sz="1700" dirty="0">
              <a:solidFill>
                <a:schemeClr val="tx1"/>
              </a:solidFill>
              <a:latin typeface="Times New Roman" panose="02020603050405020304" pitchFamily="18" charset="0"/>
            </a:endParaRP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rPr>
              <a:t>City : City where the match is taking place</a:t>
            </a:r>
          </a:p>
          <a:p>
            <a:pPr algn="just"/>
            <a:endParaRPr lang="en-US" sz="1700" dirty="0">
              <a:solidFill>
                <a:schemeClr val="tx1"/>
              </a:solidFill>
              <a:latin typeface="Times New Roman" panose="02020603050405020304" pitchFamily="18" charset="0"/>
            </a:endParaRPr>
          </a:p>
          <a:p>
            <a:pPr marL="285750" indent="-285750" algn="just">
              <a:buFont typeface="Arial" panose="020B0604020202020204" pitchFamily="34" charset="0"/>
              <a:buChar char="•"/>
            </a:pPr>
            <a:r>
              <a:rPr lang="en-US" sz="1700" dirty="0">
                <a:solidFill>
                  <a:schemeClr val="tx1"/>
                </a:solidFill>
                <a:latin typeface="Times New Roman" panose="02020603050405020304" pitchFamily="18" charset="0"/>
              </a:rPr>
              <a:t>Neutral : Indicates whether the venue is neutral or not</a:t>
            </a:r>
          </a:p>
          <a:p>
            <a:pPr algn="just"/>
            <a:endParaRPr lang="en-US" sz="1700" dirty="0">
              <a:solidFill>
                <a:schemeClr val="tx1"/>
              </a:solidFill>
              <a:latin typeface="Times New Roman" panose="02020603050405020304" pitchFamily="18" charset="0"/>
            </a:endParaRPr>
          </a:p>
          <a:p>
            <a:pPr marL="285750" indent="-285750" algn="just">
              <a:buFont typeface="Arial" panose="020B0604020202020204" pitchFamily="34" charset="0"/>
              <a:buChar char="•"/>
            </a:pPr>
            <a:r>
              <a:rPr lang="en-US" sz="1700" dirty="0">
                <a:latin typeface="Times New Roman" panose="02020603050405020304" pitchFamily="18" charset="0"/>
              </a:rPr>
              <a:t>D</a:t>
            </a:r>
            <a:r>
              <a:rPr lang="en-US" sz="1700" dirty="0">
                <a:solidFill>
                  <a:schemeClr val="tx1"/>
                </a:solidFill>
                <a:latin typeface="Times New Roman" panose="02020603050405020304" pitchFamily="18" charset="0"/>
              </a:rPr>
              <a:t>ay, Month, Year : Date of the match</a:t>
            </a:r>
          </a:p>
          <a:p>
            <a:pPr algn="just"/>
            <a:endParaRPr lang="en-US" sz="1700" dirty="0">
              <a:solidFill>
                <a:schemeClr val="tx1"/>
              </a:solidFill>
              <a:latin typeface="Times New Roman" panose="02020603050405020304" pitchFamily="18" charset="0"/>
            </a:endParaRPr>
          </a:p>
          <a:p>
            <a:pPr marL="285750" indent="-285750" algn="just">
              <a:buFont typeface="Arial" panose="020B0604020202020204" pitchFamily="34" charset="0"/>
              <a:buChar char="•"/>
            </a:pPr>
            <a:r>
              <a:rPr lang="en-US" sz="1700" dirty="0" err="1">
                <a:latin typeface="Times New Roman" panose="02020603050405020304" pitchFamily="18" charset="0"/>
              </a:rPr>
              <a:t>M</a:t>
            </a:r>
            <a:r>
              <a:rPr lang="en-US" sz="1700" dirty="0" err="1">
                <a:solidFill>
                  <a:schemeClr val="tx1"/>
                </a:solidFill>
                <a:latin typeface="Times New Roman" panose="02020603050405020304" pitchFamily="18" charset="0"/>
              </a:rPr>
              <a:t>aximumTemp_Month</a:t>
            </a:r>
            <a:r>
              <a:rPr lang="en-US" sz="1700" dirty="0">
                <a:latin typeface="Times New Roman" panose="02020603050405020304" pitchFamily="18" charset="0"/>
              </a:rPr>
              <a:t> </a:t>
            </a:r>
            <a:r>
              <a:rPr lang="en-US" sz="1700" dirty="0">
                <a:solidFill>
                  <a:schemeClr val="tx1"/>
                </a:solidFill>
                <a:latin typeface="Times New Roman" panose="02020603050405020304" pitchFamily="18" charset="0"/>
              </a:rPr>
              <a:t>: Maximum temperature of the month</a:t>
            </a:r>
          </a:p>
          <a:p>
            <a:pPr marL="285750" indent="-285750" algn="just">
              <a:buFont typeface="Arial" panose="020B0604020202020204" pitchFamily="34" charset="0"/>
              <a:buChar char="•"/>
            </a:pPr>
            <a:r>
              <a:rPr lang="en-US" sz="1700" dirty="0" err="1">
                <a:latin typeface="Times New Roman" panose="02020603050405020304" pitchFamily="18" charset="0"/>
              </a:rPr>
              <a:t>M</a:t>
            </a:r>
            <a:r>
              <a:rPr lang="en-US" sz="1700" dirty="0" err="1">
                <a:solidFill>
                  <a:schemeClr val="tx1"/>
                </a:solidFill>
                <a:latin typeface="Times New Roman" panose="02020603050405020304" pitchFamily="18" charset="0"/>
              </a:rPr>
              <a:t>inimumTemp_Month</a:t>
            </a:r>
            <a:r>
              <a:rPr lang="en-US" sz="1700" dirty="0">
                <a:latin typeface="Times New Roman" panose="02020603050405020304" pitchFamily="18" charset="0"/>
              </a:rPr>
              <a:t> </a:t>
            </a:r>
            <a:r>
              <a:rPr lang="en-US" sz="1700" dirty="0">
                <a:solidFill>
                  <a:schemeClr val="tx1"/>
                </a:solidFill>
                <a:latin typeface="Times New Roman" panose="02020603050405020304" pitchFamily="18" charset="0"/>
              </a:rPr>
              <a:t>: Minimum temperature of the month</a:t>
            </a:r>
          </a:p>
          <a:p>
            <a:pPr algn="just"/>
            <a:endParaRPr lang="en-US" sz="1700" dirty="0">
              <a:solidFill>
                <a:schemeClr val="tx1"/>
              </a:solidFill>
              <a:latin typeface="Times New Roman" panose="02020603050405020304" pitchFamily="18" charset="0"/>
            </a:endParaRPr>
          </a:p>
          <a:p>
            <a:pPr marL="285750" indent="-285750" algn="just">
              <a:buFont typeface="Arial" panose="020B0604020202020204" pitchFamily="34" charset="0"/>
              <a:buChar char="•"/>
            </a:pPr>
            <a:r>
              <a:rPr lang="en-US" sz="1700" dirty="0" err="1">
                <a:solidFill>
                  <a:schemeClr val="tx1"/>
                </a:solidFill>
                <a:latin typeface="Times New Roman" panose="02020603050405020304" pitchFamily="18" charset="0"/>
              </a:rPr>
              <a:t>MatchResult</a:t>
            </a:r>
            <a:r>
              <a:rPr lang="en-US" sz="1700" dirty="0">
                <a:solidFill>
                  <a:schemeClr val="tx1"/>
                </a:solidFill>
                <a:latin typeface="Times New Roman" panose="02020603050405020304" pitchFamily="18" charset="0"/>
              </a:rPr>
              <a:t>: Winner of the match (home team or away team)</a:t>
            </a:r>
          </a:p>
          <a:p>
            <a:pPr algn="just"/>
            <a:endParaRPr lang="en-US" sz="1700" dirty="0"/>
          </a:p>
        </p:txBody>
      </p:sp>
      <p:sp>
        <p:nvSpPr>
          <p:cNvPr id="5" name="TextBox 4">
            <a:extLst>
              <a:ext uri="{FF2B5EF4-FFF2-40B4-BE49-F238E27FC236}">
                <a16:creationId xmlns:a16="http://schemas.microsoft.com/office/drawing/2014/main" id="{06046E61-D9FD-A666-4DBF-1435FE81BE74}"/>
              </a:ext>
            </a:extLst>
          </p:cNvPr>
          <p:cNvSpPr txBox="1"/>
          <p:nvPr/>
        </p:nvSpPr>
        <p:spPr>
          <a:xfrm>
            <a:off x="805132" y="1713781"/>
            <a:ext cx="9224513" cy="615553"/>
          </a:xfrm>
          <a:prstGeom prst="rect">
            <a:avLst/>
          </a:prstGeom>
          <a:noFill/>
        </p:spPr>
        <p:txBody>
          <a:bodyPr wrap="square" rtlCol="0">
            <a:spAutoFit/>
          </a:bodyPr>
          <a:lstStyle/>
          <a:p>
            <a:pPr algn="just"/>
            <a:r>
              <a:rPr lang="en-US" sz="1700" dirty="0">
                <a:solidFill>
                  <a:schemeClr val="tx1"/>
                </a:solidFill>
                <a:latin typeface="Times New Roman" panose="02020603050405020304" pitchFamily="18" charset="0"/>
              </a:rPr>
              <a:t>We have obtained a Women's World Cup history dataset from Kaggle.com. Here are the details of the dataset:</a:t>
            </a:r>
            <a:endParaRPr lang="en-US" sz="1700" dirty="0"/>
          </a:p>
        </p:txBody>
      </p:sp>
    </p:spTree>
    <p:extLst>
      <p:ext uri="{BB962C8B-B14F-4D97-AF65-F5344CB8AC3E}">
        <p14:creationId xmlns:p14="http://schemas.microsoft.com/office/powerpoint/2010/main" val="16752593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99994-36AF-6007-2847-8F91BDE8D224}"/>
              </a:ext>
            </a:extLst>
          </p:cNvPr>
          <p:cNvSpPr>
            <a:spLocks noGrp="1"/>
          </p:cNvSpPr>
          <p:nvPr>
            <p:ph type="title"/>
          </p:nvPr>
        </p:nvSpPr>
        <p:spPr>
          <a:xfrm>
            <a:off x="677333" y="609600"/>
            <a:ext cx="9461579" cy="1320800"/>
          </a:xfrm>
        </p:spPr>
        <p:txBody>
          <a:bodyPr>
            <a:normAutofit fontScale="90000"/>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Data Preprocessing/Data Cleaning</a:t>
            </a:r>
          </a:p>
        </p:txBody>
      </p:sp>
      <p:sp>
        <p:nvSpPr>
          <p:cNvPr id="3" name="Content Placeholder 2">
            <a:extLst>
              <a:ext uri="{FF2B5EF4-FFF2-40B4-BE49-F238E27FC236}">
                <a16:creationId xmlns:a16="http://schemas.microsoft.com/office/drawing/2014/main" id="{E9F5E5B6-E052-946E-CC88-79102B1AA475}"/>
              </a:ext>
            </a:extLst>
          </p:cNvPr>
          <p:cNvSpPr>
            <a:spLocks noGrp="1"/>
          </p:cNvSpPr>
          <p:nvPr>
            <p:ph idx="1"/>
          </p:nvPr>
        </p:nvSpPr>
        <p:spPr>
          <a:xfrm>
            <a:off x="677334" y="2160589"/>
            <a:ext cx="8880734" cy="3880773"/>
          </a:xfrm>
        </p:spPr>
        <p:txBody>
          <a:bodyPr>
            <a:normAutofit/>
          </a:bodyPr>
          <a:lstStyle/>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Load the Data: Read the dataset from a CSV file.</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Handle Missing Values: Fill or drop missing values.</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Remove Duplicates: Ensure no duplicate records are present.</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Convert Data Types: Ensure that the columns are of appropriate data types.</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Encode Categorical Variables: Convert categorical columns into numerical representations.</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Scale Numerical Features: Standardize numerical features.</a:t>
            </a:r>
          </a:p>
          <a:p>
            <a:pPr marL="285750" indent="-285750">
              <a:buClr>
                <a:schemeClr val="tx1"/>
              </a:buClr>
              <a:buFont typeface="Arial" panose="020B0604020202020204" pitchFamily="34" charset="0"/>
              <a:buChar char="•"/>
            </a:pPr>
            <a:r>
              <a:rPr lang="en-US" sz="2200" dirty="0">
                <a:solidFill>
                  <a:schemeClr val="tx1"/>
                </a:solidFill>
                <a:latin typeface="Times New Roman" panose="02020603050405020304" pitchFamily="18" charset="0"/>
              </a:rPr>
              <a:t>Split the Data: Split the dataset into training and testing sets.</a:t>
            </a:r>
          </a:p>
        </p:txBody>
      </p:sp>
    </p:spTree>
    <p:extLst>
      <p:ext uri="{BB962C8B-B14F-4D97-AF65-F5344CB8AC3E}">
        <p14:creationId xmlns:p14="http://schemas.microsoft.com/office/powerpoint/2010/main" val="27987086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47FD-13E4-5EEA-AB10-A2247B82439D}"/>
              </a:ext>
            </a:extLst>
          </p:cNvPr>
          <p:cNvSpPr>
            <a:spLocks noGrp="1"/>
          </p:cNvSpPr>
          <p:nvPr>
            <p:ph type="title"/>
          </p:nvPr>
        </p:nvSpPr>
        <p:spPr>
          <a:xfrm>
            <a:off x="677334" y="609600"/>
            <a:ext cx="8596668" cy="1000664"/>
          </a:xfrm>
        </p:spPr>
        <p:txBody>
          <a:bodyPr/>
          <a:lstStyle/>
          <a:p>
            <a:r>
              <a:rPr lang="en-US" dirty="0"/>
              <a:t>XGBOOST</a:t>
            </a:r>
          </a:p>
        </p:txBody>
      </p:sp>
      <p:sp>
        <p:nvSpPr>
          <p:cNvPr id="3" name="Content Placeholder 2">
            <a:extLst>
              <a:ext uri="{FF2B5EF4-FFF2-40B4-BE49-F238E27FC236}">
                <a16:creationId xmlns:a16="http://schemas.microsoft.com/office/drawing/2014/main" id="{EC0574AA-4337-05D6-6FEB-2298A4FDBCED}"/>
              </a:ext>
            </a:extLst>
          </p:cNvPr>
          <p:cNvSpPr>
            <a:spLocks noGrp="1"/>
          </p:cNvSpPr>
          <p:nvPr>
            <p:ph idx="1"/>
          </p:nvPr>
        </p:nvSpPr>
        <p:spPr>
          <a:xfrm>
            <a:off x="677334" y="2160589"/>
            <a:ext cx="6229549" cy="3880773"/>
          </a:xfrm>
        </p:spPr>
        <p:txBody>
          <a:bodyPr>
            <a:normAutofit lnSpcReduction="10000"/>
          </a:bodyPr>
          <a:lstStyle/>
          <a:p>
            <a:pPr algn="just"/>
            <a:r>
              <a:rPr lang="en-US" sz="1700" dirty="0">
                <a:latin typeface="Times New Roman" panose="02020603050405020304" pitchFamily="18" charset="0"/>
                <a:cs typeface="Times New Roman" panose="02020603050405020304" pitchFamily="18" charset="0"/>
              </a:rPr>
              <a:t>Boosting is a technique that builds models sequentially. Each new model tries to correct the errors made by the previous ones.</a:t>
            </a:r>
          </a:p>
          <a:p>
            <a:pPr algn="just"/>
            <a:r>
              <a:rPr lang="en-US" sz="1700" dirty="0">
                <a:latin typeface="Times New Roman" panose="02020603050405020304" pitchFamily="18" charset="0"/>
                <a:cs typeface="Times New Roman" panose="02020603050405020304" pitchFamily="18" charset="0"/>
              </a:rPr>
              <a:t>In gradient boosting, each new model is created to reduce the errors of the previous models by looking at the gradient (direction and rate of the steepest ascent or descent) of the error function.</a:t>
            </a:r>
          </a:p>
          <a:p>
            <a:pPr algn="just"/>
            <a:r>
              <a:rPr lang="en-US" sz="1700" dirty="0">
                <a:latin typeface="Times New Roman" panose="02020603050405020304" pitchFamily="18" charset="0"/>
                <a:cs typeface="Times New Roman" panose="02020603050405020304" pitchFamily="18" charset="0"/>
              </a:rPr>
              <a:t>Start with an initial prediction, often the mean of the target variable.</a:t>
            </a:r>
          </a:p>
          <a:p>
            <a:pPr algn="just"/>
            <a:r>
              <a:rPr lang="en-US" sz="1700" dirty="0">
                <a:latin typeface="Times New Roman" panose="02020603050405020304" pitchFamily="18" charset="0"/>
                <a:cs typeface="Times New Roman" panose="02020603050405020304" pitchFamily="18" charset="0"/>
              </a:rPr>
              <a:t>Calculate the difference between the actual target values and the predicted values (residuals).</a:t>
            </a:r>
          </a:p>
          <a:p>
            <a:pPr algn="just"/>
            <a:r>
              <a:rPr lang="en-US" sz="1700" dirty="0">
                <a:latin typeface="Times New Roman" panose="02020603050405020304" pitchFamily="18" charset="0"/>
                <a:cs typeface="Times New Roman" panose="02020603050405020304" pitchFamily="18" charset="0"/>
              </a:rPr>
              <a:t>Train a decision tree on the residuals to predict the errors of the previous model.</a:t>
            </a:r>
          </a:p>
          <a:p>
            <a:pPr algn="just"/>
            <a:r>
              <a:rPr lang="en-US" sz="1700" dirty="0">
                <a:latin typeface="Times New Roman" panose="02020603050405020304" pitchFamily="18" charset="0"/>
                <a:cs typeface="Times New Roman" panose="02020603050405020304" pitchFamily="18" charset="0"/>
              </a:rPr>
              <a:t>Repeat steps 2-4 for a specified number of trees or until the residuals are minimized.</a:t>
            </a:r>
          </a:p>
        </p:txBody>
      </p:sp>
      <p:pic>
        <p:nvPicPr>
          <p:cNvPr id="5" name="Picture 4">
            <a:extLst>
              <a:ext uri="{FF2B5EF4-FFF2-40B4-BE49-F238E27FC236}">
                <a16:creationId xmlns:a16="http://schemas.microsoft.com/office/drawing/2014/main" id="{ED8673C0-130B-01CD-79DB-3CD15E2D1452}"/>
              </a:ext>
            </a:extLst>
          </p:cNvPr>
          <p:cNvPicPr>
            <a:picLocks noChangeAspect="1"/>
          </p:cNvPicPr>
          <p:nvPr/>
        </p:nvPicPr>
        <p:blipFill>
          <a:blip r:embed="rId2"/>
          <a:stretch>
            <a:fillRect/>
          </a:stretch>
        </p:blipFill>
        <p:spPr>
          <a:xfrm>
            <a:off x="7309448" y="2243570"/>
            <a:ext cx="4710023" cy="3086597"/>
          </a:xfrm>
          <a:prstGeom prst="rect">
            <a:avLst/>
          </a:prstGeom>
        </p:spPr>
      </p:pic>
    </p:spTree>
    <p:extLst>
      <p:ext uri="{BB962C8B-B14F-4D97-AF65-F5344CB8AC3E}">
        <p14:creationId xmlns:p14="http://schemas.microsoft.com/office/powerpoint/2010/main" val="10983011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0B67-D258-0386-1BBF-4DD2A3F8AA51}"/>
              </a:ext>
            </a:extLst>
          </p:cNvPr>
          <p:cNvSpPr>
            <a:spLocks noGrp="1"/>
          </p:cNvSpPr>
          <p:nvPr>
            <p:ph type="title"/>
          </p:nvPr>
        </p:nvSpPr>
        <p:spPr/>
        <p:txBody>
          <a:bodyPr/>
          <a:lstStyle/>
          <a:p>
            <a:r>
              <a:rPr lang="en-US" dirty="0"/>
              <a:t>Logistic Regression</a:t>
            </a:r>
          </a:p>
        </p:txBody>
      </p:sp>
      <p:sp>
        <p:nvSpPr>
          <p:cNvPr id="3" name="Content Placeholder 2">
            <a:extLst>
              <a:ext uri="{FF2B5EF4-FFF2-40B4-BE49-F238E27FC236}">
                <a16:creationId xmlns:a16="http://schemas.microsoft.com/office/drawing/2014/main" id="{87A9940B-F76F-0E28-DC87-5F6EC99C94BC}"/>
              </a:ext>
            </a:extLst>
          </p:cNvPr>
          <p:cNvSpPr>
            <a:spLocks noGrp="1"/>
          </p:cNvSpPr>
          <p:nvPr>
            <p:ph idx="1"/>
          </p:nvPr>
        </p:nvSpPr>
        <p:spPr/>
        <p:txBody>
          <a:bodyPr>
            <a:normAutofit/>
          </a:bodyPr>
          <a:lstStyle/>
          <a:p>
            <a:pPr algn="just"/>
            <a:r>
              <a:rPr lang="en-US" sz="1700" dirty="0">
                <a:latin typeface="Times New Roman" panose="02020603050405020304" pitchFamily="18" charset="0"/>
                <a:cs typeface="Times New Roman" panose="02020603050405020304" pitchFamily="18" charset="0"/>
              </a:rPr>
              <a:t>It uses a linear combination of input features, applies the sigmoid function to output probabilities, and classifies instances based on a threshold. The training process involves optimizing the weights to minimize the cost function using gradient descent.</a:t>
            </a:r>
          </a:p>
          <a:p>
            <a:pPr algn="just"/>
            <a:r>
              <a:rPr lang="en-US" sz="1700" dirty="0">
                <a:latin typeface="Times New Roman" panose="02020603050405020304" pitchFamily="18" charset="0"/>
                <a:cs typeface="Times New Roman" panose="02020603050405020304" pitchFamily="18" charset="0"/>
              </a:rPr>
              <a:t>Combine input features using weights to create a linear function.</a:t>
            </a:r>
          </a:p>
          <a:p>
            <a:pPr algn="just"/>
            <a:r>
              <a:rPr lang="en-US" sz="1700" dirty="0">
                <a:latin typeface="Times New Roman" panose="02020603050405020304" pitchFamily="18" charset="0"/>
                <a:cs typeface="Times New Roman" panose="02020603050405020304" pitchFamily="18" charset="0"/>
              </a:rPr>
              <a:t>Apply the logistic function to the linear combination to get probabilities.</a:t>
            </a:r>
          </a:p>
          <a:p>
            <a:pPr algn="just"/>
            <a:r>
              <a:rPr lang="en-US" sz="1700" dirty="0">
                <a:latin typeface="Times New Roman" panose="02020603050405020304" pitchFamily="18" charset="0"/>
                <a:cs typeface="Times New Roman" panose="02020603050405020304" pitchFamily="18" charset="0"/>
              </a:rPr>
              <a:t>Classify instances based on the probability, using a threshold (typically 0.5).</a:t>
            </a:r>
          </a:p>
        </p:txBody>
      </p:sp>
    </p:spTree>
    <p:extLst>
      <p:ext uri="{BB962C8B-B14F-4D97-AF65-F5344CB8AC3E}">
        <p14:creationId xmlns:p14="http://schemas.microsoft.com/office/powerpoint/2010/main" val="17266597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BFD41-F9DD-256F-0E85-AAA257964740}"/>
              </a:ext>
            </a:extLst>
          </p:cNvPr>
          <p:cNvSpPr>
            <a:spLocks noGrp="1"/>
          </p:cNvSpPr>
          <p:nvPr>
            <p:ph type="title"/>
          </p:nvPr>
        </p:nvSpPr>
        <p:spPr/>
        <p:txBody>
          <a:bodyPr/>
          <a:lstStyle/>
          <a:p>
            <a:r>
              <a:rPr lang="en-US" dirty="0"/>
              <a:t>SVM</a:t>
            </a:r>
          </a:p>
        </p:txBody>
      </p:sp>
      <p:sp>
        <p:nvSpPr>
          <p:cNvPr id="3" name="Content Placeholder 2">
            <a:extLst>
              <a:ext uri="{FF2B5EF4-FFF2-40B4-BE49-F238E27FC236}">
                <a16:creationId xmlns:a16="http://schemas.microsoft.com/office/drawing/2014/main" id="{8973F83B-3D25-72AA-68A5-0348BB845B67}"/>
              </a:ext>
            </a:extLst>
          </p:cNvPr>
          <p:cNvSpPr>
            <a:spLocks noGrp="1"/>
          </p:cNvSpPr>
          <p:nvPr>
            <p:ph idx="1"/>
          </p:nvPr>
        </p:nvSpPr>
        <p:spPr/>
        <p:txBody>
          <a:bodyPr>
            <a:normAutofit/>
          </a:bodyPr>
          <a:lstStyle/>
          <a:p>
            <a:r>
              <a:rPr lang="en-US" sz="1700" dirty="0">
                <a:latin typeface="Times New Roman" panose="02020603050405020304" pitchFamily="18" charset="0"/>
                <a:cs typeface="Times New Roman" panose="02020603050405020304" pitchFamily="18" charset="0"/>
              </a:rPr>
              <a:t>Support Vector Classifier (SVC) works by finding the hyperplane that best separates the data into different classes. It uses support vectors and margins to create an optimal decision boundary. For non-linear data, SVC employs kernel functions to transform the data into a higher-dimensional space where a linear separation is possible. This combination of linear separation and kernel trick makes SVC a versatile tool for various classification problems.</a:t>
            </a:r>
          </a:p>
          <a:p>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Linear Separability : If the data can be separated linearly, SVC finds the optimal hyperplane that maximizes the margin between the two classes.</a:t>
            </a:r>
          </a:p>
          <a:p>
            <a:r>
              <a:rPr lang="en-US" sz="1700" dirty="0">
                <a:latin typeface="Times New Roman" panose="02020603050405020304" pitchFamily="18" charset="0"/>
                <a:cs typeface="Times New Roman" panose="02020603050405020304" pitchFamily="18" charset="0"/>
              </a:rPr>
              <a:t>2. Non-Linear Data : For non-linearly separable data, SVC uses kernel functions to transform the data into a higher-dimensional space where a linear separation is possible.</a:t>
            </a:r>
          </a:p>
          <a:p>
            <a:endParaRPr lang="en-US" sz="1700" dirty="0">
              <a:latin typeface="Times New Roman" panose="02020603050405020304" pitchFamily="18" charset="0"/>
              <a:cs typeface="Times New Roman" panose="02020603050405020304" pitchFamily="18" charset="0"/>
            </a:endParaRPr>
          </a:p>
          <a:p>
            <a:endParaRPr lang="en-US" sz="17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F9718E-7734-A72C-6D4F-BF7A578CCB75}"/>
              </a:ext>
            </a:extLst>
          </p:cNvPr>
          <p:cNvPicPr>
            <a:picLocks noChangeAspect="1"/>
          </p:cNvPicPr>
          <p:nvPr/>
        </p:nvPicPr>
        <p:blipFill>
          <a:blip r:embed="rId2"/>
          <a:stretch>
            <a:fillRect/>
          </a:stretch>
        </p:blipFill>
        <p:spPr>
          <a:xfrm>
            <a:off x="9133725" y="1407206"/>
            <a:ext cx="2966262" cy="2397043"/>
          </a:xfrm>
          <a:prstGeom prst="rect">
            <a:avLst/>
          </a:prstGeom>
        </p:spPr>
      </p:pic>
    </p:spTree>
    <p:extLst>
      <p:ext uri="{BB962C8B-B14F-4D97-AF65-F5344CB8AC3E}">
        <p14:creationId xmlns:p14="http://schemas.microsoft.com/office/powerpoint/2010/main" val="3490479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B11EA-CEB0-CCA9-DADC-AF65C4624DDD}"/>
              </a:ext>
            </a:extLst>
          </p:cNvPr>
          <p:cNvSpPr>
            <a:spLocks noGrp="1"/>
          </p:cNvSpPr>
          <p:nvPr>
            <p:ph type="title"/>
          </p:nvPr>
        </p:nvSpPr>
        <p:spPr/>
        <p:txBody>
          <a:bodyPr/>
          <a:lstStyle/>
          <a:p>
            <a:r>
              <a:rPr lang="en-US" dirty="0"/>
              <a:t>Gaussian Naïve Bayes</a:t>
            </a:r>
          </a:p>
        </p:txBody>
      </p:sp>
      <p:sp>
        <p:nvSpPr>
          <p:cNvPr id="3" name="Content Placeholder 2">
            <a:extLst>
              <a:ext uri="{FF2B5EF4-FFF2-40B4-BE49-F238E27FC236}">
                <a16:creationId xmlns:a16="http://schemas.microsoft.com/office/drawing/2014/main" id="{42B2085C-AF98-4510-4CBE-386478ACC266}"/>
              </a:ext>
            </a:extLst>
          </p:cNvPr>
          <p:cNvSpPr>
            <a:spLocks noGrp="1"/>
          </p:cNvSpPr>
          <p:nvPr>
            <p:ph idx="1"/>
          </p:nvPr>
        </p:nvSpPr>
        <p:spPr>
          <a:xfrm>
            <a:off x="677334" y="1696528"/>
            <a:ext cx="8596668" cy="4738777"/>
          </a:xfrm>
        </p:spPr>
        <p:txBody>
          <a:bodyPr>
            <a:noAutofit/>
          </a:bodyPr>
          <a:lstStyle/>
          <a:p>
            <a:pPr marL="0" indent="0" algn="just">
              <a:buNone/>
            </a:pPr>
            <a:r>
              <a:rPr lang="en-US" sz="1700" dirty="0">
                <a:latin typeface="Times New Roman" panose="02020603050405020304" pitchFamily="18" charset="0"/>
                <a:cs typeface="Times New Roman" panose="02020603050405020304" pitchFamily="18" charset="0"/>
              </a:rPr>
              <a:t>It leverages the naive assumption of feature independence and uses Bayes' Theorem to compute the probabilities of each class, making predictions based on these </a:t>
            </a:r>
            <a:r>
              <a:rPr lang="en-US" sz="1700" dirty="0" err="1">
                <a:latin typeface="Times New Roman" panose="02020603050405020304" pitchFamily="18" charset="0"/>
                <a:cs typeface="Times New Roman" panose="02020603050405020304" pitchFamily="18" charset="0"/>
              </a:rPr>
              <a:t>probabilitiesThe</a:t>
            </a:r>
            <a:r>
              <a:rPr lang="en-US" sz="1700" dirty="0">
                <a:latin typeface="Times New Roman" panose="02020603050405020304" pitchFamily="18" charset="0"/>
                <a:cs typeface="Times New Roman" panose="02020603050405020304" pitchFamily="18" charset="0"/>
              </a:rPr>
              <a:t> algorithm is based on Bayes' Theorem, which calculates the probability of a class given a feature set.</a:t>
            </a:r>
          </a:p>
          <a:p>
            <a:pPr algn="just"/>
            <a:r>
              <a:rPr lang="en-US" sz="1700" dirty="0">
                <a:latin typeface="Times New Roman" panose="02020603050405020304" pitchFamily="18" charset="0"/>
                <a:cs typeface="Times New Roman" panose="02020603050405020304" pitchFamily="18" charset="0"/>
              </a:rPr>
              <a:t>It Assumes that the features are independent given the class. This simplifies the computation.</a:t>
            </a:r>
          </a:p>
          <a:p>
            <a:pPr algn="just"/>
            <a:r>
              <a:rPr lang="en-US" sz="1700" dirty="0">
                <a:latin typeface="Times New Roman" panose="02020603050405020304" pitchFamily="18" charset="0"/>
                <a:cs typeface="Times New Roman" panose="02020603050405020304" pitchFamily="18" charset="0"/>
              </a:rPr>
              <a:t>It Assumes that the continuous features follow a Gaussian distribution.</a:t>
            </a:r>
          </a:p>
          <a:p>
            <a:pPr algn="just"/>
            <a:r>
              <a:rPr lang="en-US" sz="1700" dirty="0">
                <a:latin typeface="Times New Roman" panose="02020603050405020304" pitchFamily="18" charset="0"/>
                <a:cs typeface="Times New Roman" panose="02020603050405020304" pitchFamily="18" charset="0"/>
              </a:rPr>
              <a:t>Calculate Prior Probabilities : The probability of each class in the dataset.</a:t>
            </a:r>
          </a:p>
          <a:p>
            <a:pPr algn="just"/>
            <a:r>
              <a:rPr lang="en-US" sz="1700" dirty="0">
                <a:latin typeface="Times New Roman" panose="02020603050405020304" pitchFamily="18" charset="0"/>
                <a:cs typeface="Times New Roman" panose="02020603050405020304" pitchFamily="18" charset="0"/>
              </a:rPr>
              <a:t>Calculate Likelihood : For each feature, compute the probability of the feature value given the class, using the Gaussian distribution.</a:t>
            </a:r>
          </a:p>
          <a:p>
            <a:pPr algn="just"/>
            <a:r>
              <a:rPr lang="en-US" sz="1700" dirty="0">
                <a:latin typeface="Times New Roman" panose="02020603050405020304" pitchFamily="18" charset="0"/>
                <a:cs typeface="Times New Roman" panose="02020603050405020304" pitchFamily="18" charset="0"/>
              </a:rPr>
              <a:t>Calculate Posterior Probabilities : Using Bayes' Theorem, compute the posterior probability for each class.</a:t>
            </a:r>
          </a:p>
          <a:p>
            <a:pPr algn="just"/>
            <a:r>
              <a:rPr lang="en-US" sz="1700" dirty="0">
                <a:latin typeface="Times New Roman" panose="02020603050405020304" pitchFamily="18" charset="0"/>
                <a:cs typeface="Times New Roman" panose="02020603050405020304" pitchFamily="18" charset="0"/>
              </a:rPr>
              <a:t>Make Predictions : The class with the highest posterior probability is the predicted class.</a:t>
            </a:r>
          </a:p>
        </p:txBody>
      </p:sp>
    </p:spTree>
    <p:extLst>
      <p:ext uri="{BB962C8B-B14F-4D97-AF65-F5344CB8AC3E}">
        <p14:creationId xmlns:p14="http://schemas.microsoft.com/office/powerpoint/2010/main" val="14299647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1C177-3F18-2C3B-B954-2668FE8354C8}"/>
              </a:ext>
            </a:extLst>
          </p:cNvPr>
          <p:cNvSpPr>
            <a:spLocks noGrp="1"/>
          </p:cNvSpPr>
          <p:nvPr>
            <p:ph type="title"/>
          </p:nvPr>
        </p:nvSpPr>
        <p:spPr>
          <a:xfrm>
            <a:off x="677334" y="609600"/>
            <a:ext cx="8596668" cy="856891"/>
          </a:xfrm>
        </p:spPr>
        <p:txBody>
          <a:bodyPr/>
          <a:lstStyle/>
          <a:p>
            <a:r>
              <a:rPr lang="en-US" dirty="0"/>
              <a:t>Flask Framework</a:t>
            </a:r>
          </a:p>
        </p:txBody>
      </p:sp>
      <p:sp>
        <p:nvSpPr>
          <p:cNvPr id="3" name="Content Placeholder 2">
            <a:extLst>
              <a:ext uri="{FF2B5EF4-FFF2-40B4-BE49-F238E27FC236}">
                <a16:creationId xmlns:a16="http://schemas.microsoft.com/office/drawing/2014/main" id="{0FB8256D-306F-4DD9-CBF6-E0098D96D11A}"/>
              </a:ext>
            </a:extLst>
          </p:cNvPr>
          <p:cNvSpPr>
            <a:spLocks noGrp="1"/>
          </p:cNvSpPr>
          <p:nvPr>
            <p:ph idx="1"/>
          </p:nvPr>
        </p:nvSpPr>
        <p:spPr>
          <a:xfrm>
            <a:off x="677334" y="1673525"/>
            <a:ext cx="8596668" cy="4367837"/>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Flask is a lightweight and flexible web framework for Python. It is designed to make getting started quick and easy, with the ability to scale up to complex applications. </a:t>
            </a:r>
          </a:p>
          <a:p>
            <a:r>
              <a:rPr lang="en-US" dirty="0">
                <a:latin typeface="Times New Roman" panose="02020603050405020304" pitchFamily="18" charset="0"/>
                <a:cs typeface="Times New Roman" panose="02020603050405020304" pitchFamily="18" charset="0"/>
              </a:rPr>
              <a:t>Simplicity: Flask is easy to set up and requires minimal code.</a:t>
            </a:r>
          </a:p>
          <a:p>
            <a:r>
              <a:rPr lang="en-US" dirty="0">
                <a:latin typeface="Times New Roman" panose="02020603050405020304" pitchFamily="18" charset="0"/>
                <a:cs typeface="Times New Roman" panose="02020603050405020304" pitchFamily="18" charset="0"/>
              </a:rPr>
              <a:t>Flexibility: It doesn't enforce any dependencies or project layout, giving developers freedom to structure their projects as they like.</a:t>
            </a:r>
          </a:p>
          <a:p>
            <a:r>
              <a:rPr lang="en-US" dirty="0">
                <a:latin typeface="Times New Roman" panose="02020603050405020304" pitchFamily="18" charset="0"/>
                <a:cs typeface="Times New Roman" panose="02020603050405020304" pitchFamily="18" charset="0"/>
              </a:rPr>
              <a:t>Modular: Components like routing, templating, and database integration can be added as needed through extensions.</a:t>
            </a:r>
          </a:p>
          <a:p>
            <a:r>
              <a:rPr lang="en-US" dirty="0">
                <a:latin typeface="Times New Roman" panose="02020603050405020304" pitchFamily="18" charset="0"/>
                <a:cs typeface="Times New Roman" panose="02020603050405020304" pitchFamily="18" charset="0"/>
              </a:rPr>
              <a:t>Built-in Development Server: Flask includes a development server with debugging capabilities.</a:t>
            </a:r>
          </a:p>
        </p:txBody>
      </p:sp>
    </p:spTree>
    <p:extLst>
      <p:ext uri="{BB962C8B-B14F-4D97-AF65-F5344CB8AC3E}">
        <p14:creationId xmlns:p14="http://schemas.microsoft.com/office/powerpoint/2010/main" val="8870291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5AF32-ACD7-A697-63F4-147783715949}"/>
              </a:ext>
            </a:extLst>
          </p:cNvPr>
          <p:cNvSpPr>
            <a:spLocks noGrp="1"/>
          </p:cNvSpPr>
          <p:nvPr>
            <p:ph type="title"/>
          </p:nvPr>
        </p:nvSpPr>
        <p:spPr>
          <a:xfrm>
            <a:off x="677334" y="609600"/>
            <a:ext cx="8596668" cy="960408"/>
          </a:xfrm>
        </p:spPr>
        <p:txBody>
          <a:bodyPr>
            <a:normAutofit/>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Results</a:t>
            </a:r>
          </a:p>
        </p:txBody>
      </p:sp>
      <p:graphicFrame>
        <p:nvGraphicFramePr>
          <p:cNvPr id="20" name="Content Placeholder 19">
            <a:extLst>
              <a:ext uri="{FF2B5EF4-FFF2-40B4-BE49-F238E27FC236}">
                <a16:creationId xmlns:a16="http://schemas.microsoft.com/office/drawing/2014/main" id="{F64F5689-B127-45BB-43BB-EF1723ED03C4}"/>
              </a:ext>
            </a:extLst>
          </p:cNvPr>
          <p:cNvGraphicFramePr>
            <a:graphicFrameLocks noGrp="1"/>
          </p:cNvGraphicFramePr>
          <p:nvPr>
            <p:ph idx="1"/>
            <p:extLst>
              <p:ext uri="{D42A27DB-BD31-4B8C-83A1-F6EECF244321}">
                <p14:modId xmlns:p14="http://schemas.microsoft.com/office/powerpoint/2010/main" val="2931442788"/>
              </p:ext>
            </p:extLst>
          </p:nvPr>
        </p:nvGraphicFramePr>
        <p:xfrm>
          <a:off x="5052586" y="4228499"/>
          <a:ext cx="5044523" cy="1811316"/>
        </p:xfrm>
        <a:graphic>
          <a:graphicData uri="http://schemas.openxmlformats.org/drawingml/2006/table">
            <a:tbl>
              <a:tblPr>
                <a:tableStyleId>{5C22544A-7EE6-4342-B048-85BDC9FD1C3A}</a:tableStyleId>
              </a:tblPr>
              <a:tblGrid>
                <a:gridCol w="1520267">
                  <a:extLst>
                    <a:ext uri="{9D8B030D-6E8A-4147-A177-3AD203B41FA5}">
                      <a16:colId xmlns:a16="http://schemas.microsoft.com/office/drawing/2014/main" val="906403262"/>
                    </a:ext>
                  </a:extLst>
                </a:gridCol>
                <a:gridCol w="881064">
                  <a:extLst>
                    <a:ext uri="{9D8B030D-6E8A-4147-A177-3AD203B41FA5}">
                      <a16:colId xmlns:a16="http://schemas.microsoft.com/office/drawing/2014/main" val="2855567379"/>
                    </a:ext>
                  </a:extLst>
                </a:gridCol>
                <a:gridCol w="881064">
                  <a:extLst>
                    <a:ext uri="{9D8B030D-6E8A-4147-A177-3AD203B41FA5}">
                      <a16:colId xmlns:a16="http://schemas.microsoft.com/office/drawing/2014/main" val="3632829739"/>
                    </a:ext>
                  </a:extLst>
                </a:gridCol>
                <a:gridCol w="881064">
                  <a:extLst>
                    <a:ext uri="{9D8B030D-6E8A-4147-A177-3AD203B41FA5}">
                      <a16:colId xmlns:a16="http://schemas.microsoft.com/office/drawing/2014/main" val="2155926930"/>
                    </a:ext>
                  </a:extLst>
                </a:gridCol>
                <a:gridCol w="881064">
                  <a:extLst>
                    <a:ext uri="{9D8B030D-6E8A-4147-A177-3AD203B41FA5}">
                      <a16:colId xmlns:a16="http://schemas.microsoft.com/office/drawing/2014/main" val="362587478"/>
                    </a:ext>
                  </a:extLst>
                </a:gridCol>
              </a:tblGrid>
              <a:tr h="306638">
                <a:tc>
                  <a:txBody>
                    <a:bodyPr/>
                    <a:lstStyle/>
                    <a:p>
                      <a:pPr algn="ctr" fontAlgn="ctr"/>
                      <a:r>
                        <a:rPr lang="en-US" sz="1100" u="none" strike="noStrike" dirty="0">
                          <a:effectLst/>
                        </a:rPr>
                        <a:t>Algorithm</a:t>
                      </a:r>
                      <a:endParaRPr lang="en-US" sz="11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US" sz="1100" u="none" strike="noStrike">
                          <a:effectLst/>
                        </a:rPr>
                        <a:t>Accuracy</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US" sz="1100" u="none" strike="noStrike">
                          <a:effectLst/>
                        </a:rPr>
                        <a:t>Precision</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US" sz="1100" u="none" strike="noStrike">
                          <a:effectLst/>
                        </a:rPr>
                        <a:t>Recall</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US" sz="1100" u="none" strike="noStrike">
                          <a:effectLst/>
                        </a:rPr>
                        <a:t>F1</a:t>
                      </a:r>
                      <a:endParaRPr lang="en-US"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284494187"/>
                  </a:ext>
                </a:extLst>
              </a:tr>
              <a:tr h="306638">
                <a:tc>
                  <a:txBody>
                    <a:bodyPr/>
                    <a:lstStyle/>
                    <a:p>
                      <a:pPr algn="ctr" fontAlgn="b"/>
                      <a:r>
                        <a:rPr lang="en-US" sz="1100" u="none" strike="noStrike" dirty="0">
                          <a:effectLst/>
                        </a:rPr>
                        <a:t>XGBoost</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0.708</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0.696</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0.757</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0.696</a:t>
                      </a:r>
                      <a:endParaRPr lang="en-US" sz="11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3908648259"/>
                  </a:ext>
                </a:extLst>
              </a:tr>
              <a:tr h="576157">
                <a:tc>
                  <a:txBody>
                    <a:bodyPr/>
                    <a:lstStyle/>
                    <a:p>
                      <a:pPr algn="ctr" fontAlgn="b"/>
                      <a:r>
                        <a:rPr lang="en-US" sz="1100" u="none" strike="noStrike" dirty="0">
                          <a:effectLst/>
                        </a:rPr>
                        <a:t>Logistic Regression</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0.689</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0.640</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0.730</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0.680</a:t>
                      </a:r>
                      <a:endParaRPr lang="en-US" sz="1100" b="0" i="0" u="none" strike="noStrike">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883555703"/>
                  </a:ext>
                </a:extLst>
              </a:tr>
              <a:tr h="306638">
                <a:tc>
                  <a:txBody>
                    <a:bodyPr/>
                    <a:lstStyle/>
                    <a:p>
                      <a:pPr algn="ctr" fontAlgn="b"/>
                      <a:r>
                        <a:rPr lang="en-US" sz="1100" u="none" strike="noStrike">
                          <a:effectLst/>
                        </a:rPr>
                        <a:t>Gaussian NB</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0.651</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0.556</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0.720</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0.610</a:t>
                      </a:r>
                      <a:endParaRPr lang="en-US" sz="11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251502616"/>
                  </a:ext>
                </a:extLst>
              </a:tr>
              <a:tr h="315245">
                <a:tc>
                  <a:txBody>
                    <a:bodyPr/>
                    <a:lstStyle/>
                    <a:p>
                      <a:pPr algn="ctr" fontAlgn="b"/>
                      <a:r>
                        <a:rPr lang="en-US" sz="1100" u="none" strike="noStrike">
                          <a:effectLst/>
                        </a:rPr>
                        <a:t>SVM</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a:effectLst/>
                        </a:rPr>
                        <a:t>0.585</a:t>
                      </a:r>
                      <a:endParaRPr lang="en-US" sz="1100" b="0" i="0" u="none" strike="noStrike">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0.630</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0.560</a:t>
                      </a:r>
                      <a:endParaRPr lang="en-US" sz="1100" b="0" i="0" u="none" strike="noStrike" dirty="0">
                        <a:solidFill>
                          <a:srgbClr val="000000"/>
                        </a:solidFill>
                        <a:effectLst/>
                        <a:latin typeface="Calibri" panose="020F0502020204030204" pitchFamily="34" charset="0"/>
                      </a:endParaRPr>
                    </a:p>
                  </a:txBody>
                  <a:tcPr marL="4763" marR="4763" marT="4763" marB="0" anchor="b"/>
                </a:tc>
                <a:tc>
                  <a:txBody>
                    <a:bodyPr/>
                    <a:lstStyle/>
                    <a:p>
                      <a:pPr algn="ctr" fontAlgn="b"/>
                      <a:r>
                        <a:rPr lang="en-US" sz="1100" u="none" strike="noStrike" dirty="0">
                          <a:effectLst/>
                        </a:rPr>
                        <a:t>0.590</a:t>
                      </a:r>
                      <a:endParaRPr lang="en-US" sz="1100" b="0" i="0" u="none" strike="noStrike" dirty="0">
                        <a:solidFill>
                          <a:srgbClr val="000000"/>
                        </a:solidFill>
                        <a:effectLst/>
                        <a:latin typeface="Calibri" panose="020F0502020204030204" pitchFamily="34" charset="0"/>
                      </a:endParaRPr>
                    </a:p>
                  </a:txBody>
                  <a:tcPr marL="4763" marR="4763" marT="4763" marB="0" anchor="b"/>
                </a:tc>
                <a:extLst>
                  <a:ext uri="{0D108BD9-81ED-4DB2-BD59-A6C34878D82A}">
                    <a16:rowId xmlns:a16="http://schemas.microsoft.com/office/drawing/2014/main" val="2753807651"/>
                  </a:ext>
                </a:extLst>
              </a:tr>
            </a:tbl>
          </a:graphicData>
        </a:graphic>
      </p:graphicFrame>
      <p:sp>
        <p:nvSpPr>
          <p:cNvPr id="23" name="TextBox 22">
            <a:extLst>
              <a:ext uri="{FF2B5EF4-FFF2-40B4-BE49-F238E27FC236}">
                <a16:creationId xmlns:a16="http://schemas.microsoft.com/office/drawing/2014/main" id="{0E053031-A261-12BE-23FE-CE8AB9FF7B51}"/>
              </a:ext>
            </a:extLst>
          </p:cNvPr>
          <p:cNvSpPr txBox="1"/>
          <p:nvPr/>
        </p:nvSpPr>
        <p:spPr>
          <a:xfrm>
            <a:off x="677334" y="1633268"/>
            <a:ext cx="4140243" cy="4493538"/>
          </a:xfrm>
          <a:prstGeom prst="rect">
            <a:avLst/>
          </a:prstGeom>
          <a:noFill/>
        </p:spPr>
        <p:txBody>
          <a:bodyPr wrap="square" rtlCol="0">
            <a:spAutoFit/>
          </a:bodyPr>
          <a:lstStyle/>
          <a:p>
            <a:pPr marL="285750" indent="-285750">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rPr>
              <a:t>XGBoost algorithm achieves an accuracy score of 70.80% in predicting winner of women’s football </a:t>
            </a:r>
            <a:r>
              <a:rPr lang="en-US" sz="2200" dirty="0" err="1">
                <a:effectLst/>
                <a:latin typeface="Times New Roman" panose="02020603050405020304" pitchFamily="18" charset="0"/>
                <a:ea typeface="Times New Roman" panose="02020603050405020304" pitchFamily="18" charset="0"/>
              </a:rPr>
              <a:t>worldcup</a:t>
            </a:r>
            <a:r>
              <a:rPr lang="en-US" sz="2200" dirty="0">
                <a:effectLst/>
                <a:latin typeface="Times New Roman" panose="02020603050405020304" pitchFamily="18" charset="0"/>
                <a:ea typeface="Times New Roman" panose="02020603050405020304" pitchFamily="18" charset="0"/>
              </a:rPr>
              <a:t> comparing that to random selection where accuracy of correctly predicting the winner would be </a:t>
            </a:r>
            <a:r>
              <a:rPr lang="en-US" sz="2200" dirty="0" err="1">
                <a:effectLst/>
                <a:latin typeface="Times New Roman" panose="02020603050405020304" pitchFamily="18" charset="0"/>
                <a:ea typeface="Times New Roman" panose="02020603050405020304" pitchFamily="18" charset="0"/>
              </a:rPr>
              <a:t>approx</a:t>
            </a:r>
            <a:r>
              <a:rPr lang="en-US" sz="2200" dirty="0">
                <a:effectLst/>
                <a:latin typeface="Times New Roman" panose="02020603050405020304" pitchFamily="18" charset="0"/>
                <a:ea typeface="Times New Roman" panose="02020603050405020304" pitchFamily="18" charset="0"/>
              </a:rPr>
              <a:t> 33.33% (</a:t>
            </a:r>
            <a:r>
              <a:rPr lang="en-US" sz="2200" dirty="0" err="1">
                <a:effectLst/>
                <a:latin typeface="Times New Roman" panose="02020603050405020304" pitchFamily="18" charset="0"/>
                <a:ea typeface="Times New Roman" panose="02020603050405020304" pitchFamily="18" charset="0"/>
              </a:rPr>
              <a:t>win,lose,draw</a:t>
            </a:r>
            <a:r>
              <a:rPr lang="en-US" sz="2200" dirty="0">
                <a:effectLst/>
                <a:latin typeface="Times New Roman" panose="02020603050405020304" pitchFamily="18" charset="0"/>
                <a:ea typeface="Times New Roman" panose="02020603050405020304" pitchFamily="18" charset="0"/>
              </a:rPr>
              <a:t>).</a:t>
            </a:r>
          </a:p>
          <a:p>
            <a:endParaRPr lang="en-US" sz="2200" dirty="0">
              <a:effectLst/>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rPr>
              <a:t>The XGBoost algorithm demonstrates the highest accuracy among the four classification algorithm.</a:t>
            </a:r>
            <a:endParaRPr lang="en-US" sz="2200" dirty="0"/>
          </a:p>
        </p:txBody>
      </p:sp>
      <p:pic>
        <p:nvPicPr>
          <p:cNvPr id="24" name="Picture 23">
            <a:extLst>
              <a:ext uri="{FF2B5EF4-FFF2-40B4-BE49-F238E27FC236}">
                <a16:creationId xmlns:a16="http://schemas.microsoft.com/office/drawing/2014/main" id="{CF5FEA60-7D83-1CAB-FE62-3F1B0FE6D4F4}"/>
              </a:ext>
            </a:extLst>
          </p:cNvPr>
          <p:cNvPicPr>
            <a:picLocks noChangeAspect="1"/>
          </p:cNvPicPr>
          <p:nvPr/>
        </p:nvPicPr>
        <p:blipFill>
          <a:blip r:embed="rId2"/>
          <a:stretch>
            <a:fillRect/>
          </a:stretch>
        </p:blipFill>
        <p:spPr>
          <a:xfrm>
            <a:off x="5568626" y="674412"/>
            <a:ext cx="3828415" cy="3185795"/>
          </a:xfrm>
          <a:prstGeom prst="rect">
            <a:avLst/>
          </a:prstGeom>
        </p:spPr>
      </p:pic>
    </p:spTree>
    <p:extLst>
      <p:ext uri="{BB962C8B-B14F-4D97-AF65-F5344CB8AC3E}">
        <p14:creationId xmlns:p14="http://schemas.microsoft.com/office/powerpoint/2010/main" val="38819389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0D75B-2C88-6EE0-9E88-AE9F7297199D}"/>
              </a:ext>
            </a:extLst>
          </p:cNvPr>
          <p:cNvSpPr>
            <a:spLocks noGrp="1"/>
          </p:cNvSpPr>
          <p:nvPr>
            <p:ph type="title"/>
          </p:nvPr>
        </p:nvSpPr>
        <p:spPr/>
        <p:txBody>
          <a:bodyPr>
            <a:normAutofit/>
          </a:bodyPr>
          <a:lstStyle/>
          <a:p>
            <a:r>
              <a:rPr lang="en-US" sz="4800" b="1" dirty="0">
                <a:ln w="9525">
                  <a:solidFill>
                    <a:schemeClr val="bg1"/>
                  </a:solidFill>
                  <a:prstDash val="solid"/>
                </a:ln>
                <a:solidFill>
                  <a:schemeClr val="tx1"/>
                </a:solidFill>
                <a:effectLst>
                  <a:outerShdw blurRad="12700" dist="38100" dir="2700000" algn="tl" rotWithShape="0">
                    <a:schemeClr val="bg1">
                      <a:lumMod val="50000"/>
                    </a:schemeClr>
                  </a:outerShdw>
                </a:effectLst>
              </a:rPr>
              <a:t>App Interface</a:t>
            </a:r>
          </a:p>
        </p:txBody>
      </p:sp>
      <p:pic>
        <p:nvPicPr>
          <p:cNvPr id="3" name="Picture 2">
            <a:extLst>
              <a:ext uri="{FF2B5EF4-FFF2-40B4-BE49-F238E27FC236}">
                <a16:creationId xmlns:a16="http://schemas.microsoft.com/office/drawing/2014/main" id="{A0FBA83E-0714-5F92-062E-9D1893B68052}"/>
              </a:ext>
            </a:extLst>
          </p:cNvPr>
          <p:cNvPicPr>
            <a:picLocks noChangeAspect="1"/>
          </p:cNvPicPr>
          <p:nvPr/>
        </p:nvPicPr>
        <p:blipFill>
          <a:blip r:embed="rId2"/>
          <a:stretch>
            <a:fillRect/>
          </a:stretch>
        </p:blipFill>
        <p:spPr>
          <a:xfrm>
            <a:off x="687487" y="3364185"/>
            <a:ext cx="4962561" cy="1990740"/>
          </a:xfrm>
          <a:prstGeom prst="rect">
            <a:avLst/>
          </a:prstGeom>
        </p:spPr>
      </p:pic>
      <p:sp>
        <p:nvSpPr>
          <p:cNvPr id="4" name="TextBox 3">
            <a:extLst>
              <a:ext uri="{FF2B5EF4-FFF2-40B4-BE49-F238E27FC236}">
                <a16:creationId xmlns:a16="http://schemas.microsoft.com/office/drawing/2014/main" id="{3355FAD1-0CCC-852B-FBDE-EE26B782246B}"/>
              </a:ext>
            </a:extLst>
          </p:cNvPr>
          <p:cNvSpPr txBox="1"/>
          <p:nvPr/>
        </p:nvSpPr>
        <p:spPr>
          <a:xfrm>
            <a:off x="687487" y="2653160"/>
            <a:ext cx="4727275" cy="523220"/>
          </a:xfrm>
          <a:prstGeom prst="rect">
            <a:avLst/>
          </a:prstGeom>
          <a:noFill/>
        </p:spPr>
        <p:txBody>
          <a:bodyPr wrap="square" rtlCol="0">
            <a:spAutoFit/>
          </a:bodyPr>
          <a:lstStyle/>
          <a:p>
            <a:r>
              <a:rPr lang="en-US" sz="2800" dirty="0"/>
              <a:t>Input</a:t>
            </a:r>
          </a:p>
        </p:txBody>
      </p:sp>
      <p:pic>
        <p:nvPicPr>
          <p:cNvPr id="6" name="Picture 5">
            <a:extLst>
              <a:ext uri="{FF2B5EF4-FFF2-40B4-BE49-F238E27FC236}">
                <a16:creationId xmlns:a16="http://schemas.microsoft.com/office/drawing/2014/main" id="{C6A92288-0AF1-B5F6-403B-7733FFF1E676}"/>
              </a:ext>
            </a:extLst>
          </p:cNvPr>
          <p:cNvPicPr>
            <a:picLocks noChangeAspect="1"/>
          </p:cNvPicPr>
          <p:nvPr/>
        </p:nvPicPr>
        <p:blipFill>
          <a:blip r:embed="rId3"/>
          <a:stretch>
            <a:fillRect/>
          </a:stretch>
        </p:blipFill>
        <p:spPr>
          <a:xfrm>
            <a:off x="6424310" y="2204199"/>
            <a:ext cx="3904552" cy="4024079"/>
          </a:xfrm>
          <a:prstGeom prst="rect">
            <a:avLst/>
          </a:prstGeom>
        </p:spPr>
      </p:pic>
      <p:sp>
        <p:nvSpPr>
          <p:cNvPr id="7" name="TextBox 6">
            <a:extLst>
              <a:ext uri="{FF2B5EF4-FFF2-40B4-BE49-F238E27FC236}">
                <a16:creationId xmlns:a16="http://schemas.microsoft.com/office/drawing/2014/main" id="{A6B85CE3-2F60-2D74-29D9-175D52D4BA5D}"/>
              </a:ext>
            </a:extLst>
          </p:cNvPr>
          <p:cNvSpPr txBox="1"/>
          <p:nvPr/>
        </p:nvSpPr>
        <p:spPr>
          <a:xfrm>
            <a:off x="6495689" y="1554730"/>
            <a:ext cx="4727275" cy="523220"/>
          </a:xfrm>
          <a:prstGeom prst="rect">
            <a:avLst/>
          </a:prstGeom>
          <a:noFill/>
        </p:spPr>
        <p:txBody>
          <a:bodyPr wrap="square" rtlCol="0">
            <a:spAutoFit/>
          </a:bodyPr>
          <a:lstStyle/>
          <a:p>
            <a:r>
              <a:rPr lang="en-US" sz="2800" dirty="0"/>
              <a:t>Output</a:t>
            </a:r>
          </a:p>
        </p:txBody>
      </p:sp>
    </p:spTree>
    <p:extLst>
      <p:ext uri="{BB962C8B-B14F-4D97-AF65-F5344CB8AC3E}">
        <p14:creationId xmlns:p14="http://schemas.microsoft.com/office/powerpoint/2010/main" val="4888559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0D75B-2C88-6EE0-9E88-AE9F7297199D}"/>
              </a:ext>
            </a:extLst>
          </p:cNvPr>
          <p:cNvSpPr>
            <a:spLocks noGrp="1"/>
          </p:cNvSpPr>
          <p:nvPr>
            <p:ph type="title"/>
          </p:nvPr>
        </p:nvSpPr>
        <p:spPr/>
        <p:txBody>
          <a:bodyPr/>
          <a:lstStyle/>
          <a:p>
            <a:r>
              <a:rPr lang="en-US" b="1" dirty="0">
                <a:ln w="9525">
                  <a:solidFill>
                    <a:schemeClr val="bg1"/>
                  </a:solidFill>
                  <a:prstDash val="solid"/>
                </a:ln>
                <a:solidFill>
                  <a:schemeClr val="tx1"/>
                </a:solidFill>
                <a:effectLst>
                  <a:outerShdw blurRad="12700" dist="38100" dir="2700000" algn="tl" rotWithShape="0">
                    <a:schemeClr val="bg1">
                      <a:lumMod val="50000"/>
                    </a:schemeClr>
                  </a:outerShdw>
                </a:effectLst>
              </a:rPr>
              <a:t>App</a:t>
            </a:r>
            <a:r>
              <a:rPr lang="en-US" dirty="0">
                <a:solidFill>
                  <a:schemeClr val="tx1"/>
                </a:solidFill>
              </a:rPr>
              <a:t> Interface</a:t>
            </a:r>
          </a:p>
        </p:txBody>
      </p:sp>
      <p:sp>
        <p:nvSpPr>
          <p:cNvPr id="4" name="TextBox 3">
            <a:extLst>
              <a:ext uri="{FF2B5EF4-FFF2-40B4-BE49-F238E27FC236}">
                <a16:creationId xmlns:a16="http://schemas.microsoft.com/office/drawing/2014/main" id="{3355FAD1-0CCC-852B-FBDE-EE26B782246B}"/>
              </a:ext>
            </a:extLst>
          </p:cNvPr>
          <p:cNvSpPr txBox="1"/>
          <p:nvPr/>
        </p:nvSpPr>
        <p:spPr>
          <a:xfrm>
            <a:off x="626996" y="1742565"/>
            <a:ext cx="4727275" cy="523220"/>
          </a:xfrm>
          <a:prstGeom prst="rect">
            <a:avLst/>
          </a:prstGeom>
          <a:noFill/>
        </p:spPr>
        <p:txBody>
          <a:bodyPr wrap="square" rtlCol="0">
            <a:spAutoFit/>
          </a:bodyPr>
          <a:lstStyle/>
          <a:p>
            <a:r>
              <a:rPr lang="en-US" sz="2800" dirty="0"/>
              <a:t>Input</a:t>
            </a:r>
          </a:p>
        </p:txBody>
      </p:sp>
      <p:sp>
        <p:nvSpPr>
          <p:cNvPr id="7" name="TextBox 6">
            <a:extLst>
              <a:ext uri="{FF2B5EF4-FFF2-40B4-BE49-F238E27FC236}">
                <a16:creationId xmlns:a16="http://schemas.microsoft.com/office/drawing/2014/main" id="{A6B85CE3-2F60-2D74-29D9-175D52D4BA5D}"/>
              </a:ext>
            </a:extLst>
          </p:cNvPr>
          <p:cNvSpPr txBox="1"/>
          <p:nvPr/>
        </p:nvSpPr>
        <p:spPr>
          <a:xfrm>
            <a:off x="5671759" y="1742565"/>
            <a:ext cx="4727275" cy="523220"/>
          </a:xfrm>
          <a:prstGeom prst="rect">
            <a:avLst/>
          </a:prstGeom>
          <a:noFill/>
        </p:spPr>
        <p:txBody>
          <a:bodyPr wrap="square" rtlCol="0">
            <a:spAutoFit/>
          </a:bodyPr>
          <a:lstStyle/>
          <a:p>
            <a:r>
              <a:rPr lang="en-US" sz="2800" dirty="0"/>
              <a:t>Output</a:t>
            </a:r>
          </a:p>
        </p:txBody>
      </p:sp>
      <p:pic>
        <p:nvPicPr>
          <p:cNvPr id="8" name="Picture 7">
            <a:extLst>
              <a:ext uri="{FF2B5EF4-FFF2-40B4-BE49-F238E27FC236}">
                <a16:creationId xmlns:a16="http://schemas.microsoft.com/office/drawing/2014/main" id="{92C873E2-ED8F-80DB-A13B-F948251EC3EB}"/>
              </a:ext>
            </a:extLst>
          </p:cNvPr>
          <p:cNvPicPr>
            <a:picLocks noChangeAspect="1"/>
          </p:cNvPicPr>
          <p:nvPr/>
        </p:nvPicPr>
        <p:blipFill>
          <a:blip r:embed="rId2"/>
          <a:stretch>
            <a:fillRect/>
          </a:stretch>
        </p:blipFill>
        <p:spPr>
          <a:xfrm>
            <a:off x="626996" y="2336871"/>
            <a:ext cx="4353322" cy="4336416"/>
          </a:xfrm>
          <a:prstGeom prst="rect">
            <a:avLst/>
          </a:prstGeom>
        </p:spPr>
      </p:pic>
      <p:pic>
        <p:nvPicPr>
          <p:cNvPr id="10" name="Picture 9">
            <a:extLst>
              <a:ext uri="{FF2B5EF4-FFF2-40B4-BE49-F238E27FC236}">
                <a16:creationId xmlns:a16="http://schemas.microsoft.com/office/drawing/2014/main" id="{C884266B-A71C-4485-EB0B-5291BC903C02}"/>
              </a:ext>
            </a:extLst>
          </p:cNvPr>
          <p:cNvPicPr>
            <a:picLocks noChangeAspect="1"/>
          </p:cNvPicPr>
          <p:nvPr/>
        </p:nvPicPr>
        <p:blipFill>
          <a:blip r:embed="rId3"/>
          <a:stretch>
            <a:fillRect/>
          </a:stretch>
        </p:blipFill>
        <p:spPr>
          <a:xfrm>
            <a:off x="5671759" y="2336871"/>
            <a:ext cx="5000662" cy="2809896"/>
          </a:xfrm>
          <a:prstGeom prst="rect">
            <a:avLst/>
          </a:prstGeom>
        </p:spPr>
      </p:pic>
    </p:spTree>
    <p:extLst>
      <p:ext uri="{BB962C8B-B14F-4D97-AF65-F5344CB8AC3E}">
        <p14:creationId xmlns:p14="http://schemas.microsoft.com/office/powerpoint/2010/main" val="1535150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2162-116D-8217-9AC5-CF3887210815}"/>
              </a:ext>
            </a:extLst>
          </p:cNvPr>
          <p:cNvSpPr>
            <a:spLocks noGrp="1"/>
          </p:cNvSpPr>
          <p:nvPr>
            <p:ph type="title"/>
          </p:nvPr>
        </p:nvSpPr>
        <p:spPr>
          <a:xfrm>
            <a:off x="1033893" y="2369389"/>
            <a:ext cx="8596668" cy="1320800"/>
          </a:xfrm>
        </p:spPr>
        <p:txBody>
          <a:bodyPr/>
          <a:lstStyle/>
          <a:p>
            <a:pPr algn="ctr"/>
            <a:r>
              <a:rPr lang="en-US" dirty="0">
                <a:solidFill>
                  <a:schemeClr val="tx1"/>
                </a:solidFill>
              </a:rPr>
              <a:t>Thank You!</a:t>
            </a:r>
          </a:p>
        </p:txBody>
      </p:sp>
      <p:pic>
        <p:nvPicPr>
          <p:cNvPr id="4" name="Picture 3">
            <a:extLst>
              <a:ext uri="{FF2B5EF4-FFF2-40B4-BE49-F238E27FC236}">
                <a16:creationId xmlns:a16="http://schemas.microsoft.com/office/drawing/2014/main" id="{42B0B83B-3D8D-8E92-C441-8A592E2C31B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23194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642</TotalTime>
  <Words>1057</Words>
  <Application>Microsoft Office PowerPoint</Application>
  <PresentationFormat>Widescreen</PresentationFormat>
  <Paragraphs>113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Linux Biolinum</vt:lpstr>
      <vt:lpstr>Times New Roman</vt:lpstr>
      <vt:lpstr>Trebuchet MS</vt:lpstr>
      <vt:lpstr>Wingdings</vt:lpstr>
      <vt:lpstr>Wingdings 3</vt:lpstr>
      <vt:lpstr>Facet</vt:lpstr>
      <vt:lpstr>FOOTBALL TOURNAMENT WINNER PREDICTION</vt:lpstr>
      <vt:lpstr>Aim</vt:lpstr>
      <vt:lpstr>Research Questions</vt:lpstr>
      <vt:lpstr>Methodology</vt:lpstr>
      <vt:lpstr>Dataset  </vt:lpstr>
      <vt:lpstr>Data Preprocessing/Data Cleaning</vt:lpstr>
      <vt:lpstr>XGBOOST</vt:lpstr>
      <vt:lpstr>Logistic Regression</vt:lpstr>
      <vt:lpstr>SVM</vt:lpstr>
      <vt:lpstr>Gaussian Naïve Bayes</vt:lpstr>
      <vt:lpstr>Flask Framework</vt:lpstr>
      <vt:lpstr>Results</vt:lpstr>
      <vt:lpstr>App Interface</vt:lpstr>
      <vt:lpstr>App Interface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FOOTBALL TOURNAMENT WINNER PREDICTION</dc:title>
  <dc:creator>KUNAL BHOITE</dc:creator>
  <cp:lastModifiedBy>KUNAL BHOITE</cp:lastModifiedBy>
  <cp:revision>1</cp:revision>
  <dcterms:created xsi:type="dcterms:W3CDTF">2024-05-19T21:38:06Z</dcterms:created>
  <dcterms:modified xsi:type="dcterms:W3CDTF">2024-05-29T17:14:47Z</dcterms:modified>
</cp:coreProperties>
</file>